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96" r:id="rId3"/>
    <p:sldId id="261" r:id="rId4"/>
    <p:sldId id="274" r:id="rId5"/>
    <p:sldId id="277" r:id="rId6"/>
    <p:sldId id="289" r:id="rId7"/>
    <p:sldId id="281" r:id="rId8"/>
    <p:sldId id="282" r:id="rId9"/>
    <p:sldId id="283" r:id="rId10"/>
    <p:sldId id="284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CE0DA-80CD-411E-A4BE-7D3EC264FF66}" v="68" dt="2026-02-19T06:47:02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ore sankar" userId="a51b7a0ce76e6cff" providerId="LiveId" clId="{AB6ADD79-FC54-4FA6-A6B6-A58F09E199F3}"/>
    <pc:docChg chg="undo custSel addSld delSld modSld sldOrd">
      <pc:chgData name="kishore sankar" userId="a51b7a0ce76e6cff" providerId="LiveId" clId="{AB6ADD79-FC54-4FA6-A6B6-A58F09E199F3}" dt="2026-02-19T06:48:25.944" v="849" actId="1076"/>
      <pc:docMkLst>
        <pc:docMk/>
      </pc:docMkLst>
      <pc:sldChg chg="addSp delSp modSp mod ord setBg">
        <pc:chgData name="kishore sankar" userId="a51b7a0ce76e6cff" providerId="LiveId" clId="{AB6ADD79-FC54-4FA6-A6B6-A58F09E199F3}" dt="2026-02-17T13:08:55.662" v="525"/>
        <pc:sldMkLst>
          <pc:docMk/>
          <pc:sldMk cId="3666674671" sldId="261"/>
        </pc:sldMkLst>
        <pc:spChg chg="add mod">
          <ac:chgData name="kishore sankar" userId="a51b7a0ce76e6cff" providerId="LiveId" clId="{AB6ADD79-FC54-4FA6-A6B6-A58F09E199F3}" dt="2026-02-17T12:49:47.417" v="223" actId="1076"/>
          <ac:spMkLst>
            <pc:docMk/>
            <pc:sldMk cId="3666674671" sldId="261"/>
            <ac:spMk id="4" creationId="{9264BC5B-FBD9-2D43-E8DC-AA9DD83B016F}"/>
          </ac:spMkLst>
        </pc:spChg>
        <pc:spChg chg="add mod">
          <ac:chgData name="kishore sankar" userId="a51b7a0ce76e6cff" providerId="LiveId" clId="{AB6ADD79-FC54-4FA6-A6B6-A58F09E199F3}" dt="2026-02-17T12:50:27.145" v="226" actId="1582"/>
          <ac:spMkLst>
            <pc:docMk/>
            <pc:sldMk cId="3666674671" sldId="261"/>
            <ac:spMk id="5" creationId="{46FE0653-C630-91F2-0CED-EE24B75EA05C}"/>
          </ac:spMkLst>
        </pc:spChg>
      </pc:sldChg>
      <pc:sldChg chg="addSp modSp mod setBg">
        <pc:chgData name="kishore sankar" userId="a51b7a0ce76e6cff" providerId="LiveId" clId="{AB6ADD79-FC54-4FA6-A6B6-A58F09E199F3}" dt="2026-02-19T06:48:25.944" v="849" actId="1076"/>
        <pc:sldMkLst>
          <pc:docMk/>
          <pc:sldMk cId="745576192" sldId="266"/>
        </pc:sldMkLst>
        <pc:spChg chg="mod">
          <ac:chgData name="kishore sankar" userId="a51b7a0ce76e6cff" providerId="LiveId" clId="{AB6ADD79-FC54-4FA6-A6B6-A58F09E199F3}" dt="2026-02-17T13:07:20.337" v="511" actId="1076"/>
          <ac:spMkLst>
            <pc:docMk/>
            <pc:sldMk cId="745576192" sldId="266"/>
            <ac:spMk id="2" creationId="{E9347C47-EF1D-4B02-906B-219155AD8D0F}"/>
          </ac:spMkLst>
        </pc:spChg>
        <pc:spChg chg="mod">
          <ac:chgData name="kishore sankar" userId="a51b7a0ce76e6cff" providerId="LiveId" clId="{AB6ADD79-FC54-4FA6-A6B6-A58F09E199F3}" dt="2026-02-19T06:48:25.944" v="849" actId="1076"/>
          <ac:spMkLst>
            <pc:docMk/>
            <pc:sldMk cId="745576192" sldId="266"/>
            <ac:spMk id="3" creationId="{36A0527F-C5FD-4E9B-9F21-5D1FBA31314B}"/>
          </ac:spMkLst>
        </pc:spChg>
        <pc:spChg chg="add mod">
          <ac:chgData name="kishore sankar" userId="a51b7a0ce76e6cff" providerId="LiveId" clId="{AB6ADD79-FC54-4FA6-A6B6-A58F09E199F3}" dt="2026-02-17T13:07:36.035" v="514" actId="1076"/>
          <ac:spMkLst>
            <pc:docMk/>
            <pc:sldMk cId="745576192" sldId="266"/>
            <ac:spMk id="4" creationId="{66182253-B544-2E0A-D266-F8D6B7B23D2C}"/>
          </ac:spMkLst>
        </pc:spChg>
        <pc:spChg chg="add mod">
          <ac:chgData name="kishore sankar" userId="a51b7a0ce76e6cff" providerId="LiveId" clId="{AB6ADD79-FC54-4FA6-A6B6-A58F09E199F3}" dt="2026-02-19T06:48:11.363" v="847" actId="1076"/>
          <ac:spMkLst>
            <pc:docMk/>
            <pc:sldMk cId="745576192" sldId="266"/>
            <ac:spMk id="5" creationId="{577BB3AD-3701-E92B-88EF-72A66955947F}"/>
          </ac:spMkLst>
        </pc:spChg>
      </pc:sldChg>
      <pc:sldChg chg="modSp mod setBg chgLayout">
        <pc:chgData name="kishore sankar" userId="a51b7a0ce76e6cff" providerId="LiveId" clId="{AB6ADD79-FC54-4FA6-A6B6-A58F09E199F3}" dt="2026-02-17T13:17:43.182" v="541" actId="14100"/>
        <pc:sldMkLst>
          <pc:docMk/>
          <pc:sldMk cId="228098848" sldId="274"/>
        </pc:sldMkLst>
        <pc:spChg chg="mod ord">
          <ac:chgData name="kishore sankar" userId="a51b7a0ce76e6cff" providerId="LiveId" clId="{AB6ADD79-FC54-4FA6-A6B6-A58F09E199F3}" dt="2026-02-17T13:17:26.516" v="538" actId="700"/>
          <ac:spMkLst>
            <pc:docMk/>
            <pc:sldMk cId="228098848" sldId="274"/>
            <ac:spMk id="2" creationId="{96010721-D146-EC57-6F92-4D2398AE7896}"/>
          </ac:spMkLst>
        </pc:spChg>
        <pc:picChg chg="mod ord">
          <ac:chgData name="kishore sankar" userId="a51b7a0ce76e6cff" providerId="LiveId" clId="{AB6ADD79-FC54-4FA6-A6B6-A58F09E199F3}" dt="2026-02-17T13:17:43.182" v="541" actId="14100"/>
          <ac:picMkLst>
            <pc:docMk/>
            <pc:sldMk cId="228098848" sldId="274"/>
            <ac:picMk id="7" creationId="{39471116-884B-67FE-7692-C17BEC84FC7A}"/>
          </ac:picMkLst>
        </pc:picChg>
      </pc:sldChg>
      <pc:sldChg chg="delSp modSp del mod setBg">
        <pc:chgData name="kishore sankar" userId="a51b7a0ce76e6cff" providerId="LiveId" clId="{AB6ADD79-FC54-4FA6-A6B6-A58F09E199F3}" dt="2026-02-19T06:33:35.479" v="724" actId="47"/>
        <pc:sldMkLst>
          <pc:docMk/>
          <pc:sldMk cId="517994093" sldId="276"/>
        </pc:sldMkLst>
      </pc:sldChg>
      <pc:sldChg chg="addSp delSp modSp mod setBg">
        <pc:chgData name="kishore sankar" userId="a51b7a0ce76e6cff" providerId="LiveId" clId="{AB6ADD79-FC54-4FA6-A6B6-A58F09E199F3}" dt="2026-02-19T06:41:42.282" v="793" actId="1076"/>
        <pc:sldMkLst>
          <pc:docMk/>
          <pc:sldMk cId="716054465" sldId="277"/>
        </pc:sldMkLst>
        <pc:spChg chg="add mod">
          <ac:chgData name="kishore sankar" userId="a51b7a0ce76e6cff" providerId="LiveId" clId="{AB6ADD79-FC54-4FA6-A6B6-A58F09E199F3}" dt="2026-02-19T06:38:27.600" v="753" actId="20577"/>
          <ac:spMkLst>
            <pc:docMk/>
            <pc:sldMk cId="716054465" sldId="277"/>
            <ac:spMk id="8" creationId="{AF8A1C02-B59E-B8CD-2022-FA4FAE78DB20}"/>
          </ac:spMkLst>
        </pc:spChg>
        <pc:spChg chg="del mod">
          <ac:chgData name="kishore sankar" userId="a51b7a0ce76e6cff" providerId="LiveId" clId="{AB6ADD79-FC54-4FA6-A6B6-A58F09E199F3}" dt="2026-02-19T06:36:36.703" v="726" actId="478"/>
          <ac:spMkLst>
            <pc:docMk/>
            <pc:sldMk cId="716054465" sldId="277"/>
            <ac:spMk id="11" creationId="{05ACAEB7-F36F-C54A-B3A4-1D783002CF19}"/>
          </ac:spMkLst>
        </pc:spChg>
        <pc:spChg chg="add mod">
          <ac:chgData name="kishore sankar" userId="a51b7a0ce76e6cff" providerId="LiveId" clId="{AB6ADD79-FC54-4FA6-A6B6-A58F09E199F3}" dt="2026-02-19T06:41:21.083" v="788" actId="1076"/>
          <ac:spMkLst>
            <pc:docMk/>
            <pc:sldMk cId="716054465" sldId="277"/>
            <ac:spMk id="12" creationId="{B1DA19B7-4456-E796-C7EC-34572C0ABCF0}"/>
          </ac:spMkLst>
        </pc:spChg>
        <pc:spChg chg="add mod">
          <ac:chgData name="kishore sankar" userId="a51b7a0ce76e6cff" providerId="LiveId" clId="{AB6ADD79-FC54-4FA6-A6B6-A58F09E199F3}" dt="2026-02-19T06:41:01.550" v="784" actId="1076"/>
          <ac:spMkLst>
            <pc:docMk/>
            <pc:sldMk cId="716054465" sldId="277"/>
            <ac:spMk id="13" creationId="{E70B2BBD-3725-A55D-4EC0-F83D41B18388}"/>
          </ac:spMkLst>
        </pc:spChg>
        <pc:spChg chg="mod">
          <ac:chgData name="kishore sankar" userId="a51b7a0ce76e6cff" providerId="LiveId" clId="{AB6ADD79-FC54-4FA6-A6B6-A58F09E199F3}" dt="2026-02-19T06:38:14.397" v="749" actId="1076"/>
          <ac:spMkLst>
            <pc:docMk/>
            <pc:sldMk cId="716054465" sldId="277"/>
            <ac:spMk id="17" creationId="{DDCD1B87-5EDD-3CF6-144C-813996D3C089}"/>
          </ac:spMkLst>
        </pc:spChg>
        <pc:spChg chg="del mod">
          <ac:chgData name="kishore sankar" userId="a51b7a0ce76e6cff" providerId="LiveId" clId="{AB6ADD79-FC54-4FA6-A6B6-A58F09E199F3}" dt="2026-02-19T06:37:38.840" v="740" actId="478"/>
          <ac:spMkLst>
            <pc:docMk/>
            <pc:sldMk cId="716054465" sldId="277"/>
            <ac:spMk id="19" creationId="{15C2263D-F3F3-3AB8-9737-BEF4EC8904B1}"/>
          </ac:spMkLst>
        </pc:spChg>
        <pc:picChg chg="mod">
          <ac:chgData name="kishore sankar" userId="a51b7a0ce76e6cff" providerId="LiveId" clId="{AB6ADD79-FC54-4FA6-A6B6-A58F09E199F3}" dt="2026-02-19T06:38:16.928" v="750" actId="1076"/>
          <ac:picMkLst>
            <pc:docMk/>
            <pc:sldMk cId="716054465" sldId="277"/>
            <ac:picMk id="15" creationId="{DA1E6752-C2EB-5F10-58AF-439C69E05FCC}"/>
          </ac:picMkLst>
        </pc:picChg>
        <pc:picChg chg="del mod">
          <ac:chgData name="kishore sankar" userId="a51b7a0ce76e6cff" providerId="LiveId" clId="{AB6ADD79-FC54-4FA6-A6B6-A58F09E199F3}" dt="2026-02-19T06:37:40.363" v="741" actId="478"/>
          <ac:picMkLst>
            <pc:docMk/>
            <pc:sldMk cId="716054465" sldId="277"/>
            <ac:picMk id="21" creationId="{0A71E485-C318-48B5-E290-8D70BD8C31D5}"/>
          </ac:picMkLst>
        </pc:picChg>
        <pc:picChg chg="add mod">
          <ac:chgData name="kishore sankar" userId="a51b7a0ce76e6cff" providerId="LiveId" clId="{AB6ADD79-FC54-4FA6-A6B6-A58F09E199F3}" dt="2026-02-19T06:41:42.282" v="793" actId="1076"/>
          <ac:picMkLst>
            <pc:docMk/>
            <pc:sldMk cId="716054465" sldId="277"/>
            <ac:picMk id="23" creationId="{E8E5BB86-DDCD-96AE-8FED-9DA20A9E6916}"/>
          </ac:picMkLst>
        </pc:picChg>
        <pc:picChg chg="add mod">
          <ac:chgData name="kishore sankar" userId="a51b7a0ce76e6cff" providerId="LiveId" clId="{AB6ADD79-FC54-4FA6-A6B6-A58F09E199F3}" dt="2026-02-19T06:38:58.579" v="760" actId="1076"/>
          <ac:picMkLst>
            <pc:docMk/>
            <pc:sldMk cId="716054465" sldId="277"/>
            <ac:picMk id="24" creationId="{A7B6E5E3-0B47-37D1-5022-9F41DF80AB34}"/>
          </ac:picMkLst>
        </pc:picChg>
        <pc:picChg chg="add mod">
          <ac:chgData name="kishore sankar" userId="a51b7a0ce76e6cff" providerId="LiveId" clId="{AB6ADD79-FC54-4FA6-A6B6-A58F09E199F3}" dt="2026-02-19T06:40:00.479" v="775" actId="1076"/>
          <ac:picMkLst>
            <pc:docMk/>
            <pc:sldMk cId="716054465" sldId="277"/>
            <ac:picMk id="26" creationId="{C8AA0C26-2753-D8AF-1149-143A88E73D1F}"/>
          </ac:picMkLst>
        </pc:picChg>
        <pc:cxnChg chg="mod">
          <ac:chgData name="kishore sankar" userId="a51b7a0ce76e6cff" providerId="LiveId" clId="{AB6ADD79-FC54-4FA6-A6B6-A58F09E199F3}" dt="2026-02-19T06:37:16.310" v="735" actId="1076"/>
          <ac:cxnSpMkLst>
            <pc:docMk/>
            <pc:sldMk cId="716054465" sldId="277"/>
            <ac:cxnSpMk id="7" creationId="{0AFF47C3-82BD-D2AA-77D7-1D6369FEDFB2}"/>
          </ac:cxnSpMkLst>
        </pc:cxnChg>
      </pc:sldChg>
      <pc:sldChg chg="addSp modSp mod setBg">
        <pc:chgData name="kishore sankar" userId="a51b7a0ce76e6cff" providerId="LiveId" clId="{AB6ADD79-FC54-4FA6-A6B6-A58F09E199F3}" dt="2026-02-19T06:11:54.723" v="649" actId="1076"/>
        <pc:sldMkLst>
          <pc:docMk/>
          <pc:sldMk cId="2740606712" sldId="281"/>
        </pc:sldMkLst>
        <pc:spChg chg="mod">
          <ac:chgData name="kishore sankar" userId="a51b7a0ce76e6cff" providerId="LiveId" clId="{AB6ADD79-FC54-4FA6-A6B6-A58F09E199F3}" dt="2026-02-17T13:20:53.025" v="550" actId="14100"/>
          <ac:spMkLst>
            <pc:docMk/>
            <pc:sldMk cId="2740606712" sldId="281"/>
            <ac:spMk id="2" creationId="{FFDDC0F0-084A-C9BE-22E4-2BACD72A5463}"/>
          </ac:spMkLst>
        </pc:spChg>
        <pc:spChg chg="add mod">
          <ac:chgData name="kishore sankar" userId="a51b7a0ce76e6cff" providerId="LiveId" clId="{AB6ADD79-FC54-4FA6-A6B6-A58F09E199F3}" dt="2026-02-19T06:05:42.379" v="614" actId="1582"/>
          <ac:spMkLst>
            <pc:docMk/>
            <pc:sldMk cId="2740606712" sldId="281"/>
            <ac:spMk id="3" creationId="{3EA60C59-9C15-DDA7-3EA2-D724003DAB72}"/>
          </ac:spMkLst>
        </pc:spChg>
        <pc:spChg chg="mod">
          <ac:chgData name="kishore sankar" userId="a51b7a0ce76e6cff" providerId="LiveId" clId="{AB6ADD79-FC54-4FA6-A6B6-A58F09E199F3}" dt="2026-02-19T06:02:49.746" v="611" actId="115"/>
          <ac:spMkLst>
            <pc:docMk/>
            <pc:sldMk cId="2740606712" sldId="281"/>
            <ac:spMk id="7" creationId="{84C8AC92-51B7-40C2-561E-FF364C197004}"/>
          </ac:spMkLst>
        </pc:spChg>
        <pc:spChg chg="add mod">
          <ac:chgData name="kishore sankar" userId="a51b7a0ce76e6cff" providerId="LiveId" clId="{AB6ADD79-FC54-4FA6-A6B6-A58F09E199F3}" dt="2026-02-19T06:07:12.546" v="623" actId="1076"/>
          <ac:spMkLst>
            <pc:docMk/>
            <pc:sldMk cId="2740606712" sldId="281"/>
            <ac:spMk id="8" creationId="{BB682E80-B567-0301-502C-393E8DF1093C}"/>
          </ac:spMkLst>
        </pc:spChg>
        <pc:spChg chg="add mod">
          <ac:chgData name="kishore sankar" userId="a51b7a0ce76e6cff" providerId="LiveId" clId="{AB6ADD79-FC54-4FA6-A6B6-A58F09E199F3}" dt="2026-02-19T06:07:30.741" v="629" actId="115"/>
          <ac:spMkLst>
            <pc:docMk/>
            <pc:sldMk cId="2740606712" sldId="281"/>
            <ac:spMk id="10" creationId="{A095F073-0971-277B-F89E-A90F01300E60}"/>
          </ac:spMkLst>
        </pc:spChg>
        <pc:spChg chg="add mod">
          <ac:chgData name="kishore sankar" userId="a51b7a0ce76e6cff" providerId="LiveId" clId="{AB6ADD79-FC54-4FA6-A6B6-A58F09E199F3}" dt="2026-02-19T06:10:09.921" v="645" actId="14100"/>
          <ac:spMkLst>
            <pc:docMk/>
            <pc:sldMk cId="2740606712" sldId="281"/>
            <ac:spMk id="11" creationId="{6BFCB1A8-36D2-641A-7681-8C62F5CFDC32}"/>
          </ac:spMkLst>
        </pc:spChg>
        <pc:spChg chg="add mod">
          <ac:chgData name="kishore sankar" userId="a51b7a0ce76e6cff" providerId="LiveId" clId="{AB6ADD79-FC54-4FA6-A6B6-A58F09E199F3}" dt="2026-02-19T06:10:54.024" v="648" actId="403"/>
          <ac:spMkLst>
            <pc:docMk/>
            <pc:sldMk cId="2740606712" sldId="281"/>
            <ac:spMk id="13" creationId="{5D4B98F8-8C57-410D-F379-7F7D7C0CAF3C}"/>
          </ac:spMkLst>
        </pc:spChg>
        <pc:picChg chg="add mod">
          <ac:chgData name="kishore sankar" userId="a51b7a0ce76e6cff" providerId="LiveId" clId="{AB6ADD79-FC54-4FA6-A6B6-A58F09E199F3}" dt="2026-02-19T06:11:54.723" v="649" actId="1076"/>
          <ac:picMkLst>
            <pc:docMk/>
            <pc:sldMk cId="2740606712" sldId="281"/>
            <ac:picMk id="5" creationId="{09B4EED8-532D-C6A8-CEB1-559DB217CCC5}"/>
          </ac:picMkLst>
        </pc:picChg>
      </pc:sldChg>
      <pc:sldChg chg="ord setBg">
        <pc:chgData name="kishore sankar" userId="a51b7a0ce76e6cff" providerId="LiveId" clId="{AB6ADD79-FC54-4FA6-A6B6-A58F09E199F3}" dt="2026-02-17T13:09:32.054" v="534"/>
        <pc:sldMkLst>
          <pc:docMk/>
          <pc:sldMk cId="4022915921" sldId="282"/>
        </pc:sldMkLst>
      </pc:sldChg>
      <pc:sldChg chg="modSp mod ord setBg">
        <pc:chgData name="kishore sankar" userId="a51b7a0ce76e6cff" providerId="LiveId" clId="{AB6ADD79-FC54-4FA6-A6B6-A58F09E199F3}" dt="2026-02-17T13:09:36.133" v="535"/>
        <pc:sldMkLst>
          <pc:docMk/>
          <pc:sldMk cId="2721619835" sldId="283"/>
        </pc:sldMkLst>
        <pc:spChg chg="mod">
          <ac:chgData name="kishore sankar" userId="a51b7a0ce76e6cff" providerId="LiveId" clId="{AB6ADD79-FC54-4FA6-A6B6-A58F09E199F3}" dt="2026-02-17T12:51:32.003" v="240" actId="20577"/>
          <ac:spMkLst>
            <pc:docMk/>
            <pc:sldMk cId="2721619835" sldId="283"/>
            <ac:spMk id="6" creationId="{795AA741-8BB9-4BF8-8925-49B0E770EC18}"/>
          </ac:spMkLst>
        </pc:spChg>
      </pc:sldChg>
      <pc:sldChg chg="addSp delSp modSp mod ord setBg">
        <pc:chgData name="kishore sankar" userId="a51b7a0ce76e6cff" providerId="LiveId" clId="{AB6ADD79-FC54-4FA6-A6B6-A58F09E199F3}" dt="2026-02-19T06:27:47.329" v="723"/>
        <pc:sldMkLst>
          <pc:docMk/>
          <pc:sldMk cId="3007290188" sldId="284"/>
        </pc:sldMkLst>
        <pc:spChg chg="add mod">
          <ac:chgData name="kishore sankar" userId="a51b7a0ce76e6cff" providerId="LiveId" clId="{AB6ADD79-FC54-4FA6-A6B6-A58F09E199F3}" dt="2026-02-17T12:56:44.920" v="320" actId="1076"/>
          <ac:spMkLst>
            <pc:docMk/>
            <pc:sldMk cId="3007290188" sldId="284"/>
            <ac:spMk id="5" creationId="{3077938A-1D95-96A2-5E88-B02137E72171}"/>
          </ac:spMkLst>
        </pc:spChg>
        <pc:spChg chg="add mod">
          <ac:chgData name="kishore sankar" userId="a51b7a0ce76e6cff" providerId="LiveId" clId="{AB6ADD79-FC54-4FA6-A6B6-A58F09E199F3}" dt="2026-02-17T12:55:25.321" v="296" actId="1076"/>
          <ac:spMkLst>
            <pc:docMk/>
            <pc:sldMk cId="3007290188" sldId="284"/>
            <ac:spMk id="6" creationId="{46EEDEF7-8351-DED5-241D-3A2CCD2F7038}"/>
          </ac:spMkLst>
        </pc:spChg>
        <pc:spChg chg="add mod">
          <ac:chgData name="kishore sankar" userId="a51b7a0ce76e6cff" providerId="LiveId" clId="{AB6ADD79-FC54-4FA6-A6B6-A58F09E199F3}" dt="2026-02-17T12:56:03.656" v="307" actId="1076"/>
          <ac:spMkLst>
            <pc:docMk/>
            <pc:sldMk cId="3007290188" sldId="284"/>
            <ac:spMk id="11" creationId="{C7637D8B-A8A2-30C6-3653-933A4B19F968}"/>
          </ac:spMkLst>
        </pc:spChg>
        <pc:spChg chg="add mod">
          <ac:chgData name="kishore sankar" userId="a51b7a0ce76e6cff" providerId="LiveId" clId="{AB6ADD79-FC54-4FA6-A6B6-A58F09E199F3}" dt="2026-02-17T12:56:31.461" v="315" actId="14100"/>
          <ac:spMkLst>
            <pc:docMk/>
            <pc:sldMk cId="3007290188" sldId="284"/>
            <ac:spMk id="12" creationId="{5F0A65D2-185C-9C97-24B2-50E5F0199A72}"/>
          </ac:spMkLst>
        </pc:spChg>
        <pc:spChg chg="add mod">
          <ac:chgData name="kishore sankar" userId="a51b7a0ce76e6cff" providerId="LiveId" clId="{AB6ADD79-FC54-4FA6-A6B6-A58F09E199F3}" dt="2026-02-17T12:55:19.213" v="294" actId="1076"/>
          <ac:spMkLst>
            <pc:docMk/>
            <pc:sldMk cId="3007290188" sldId="284"/>
            <ac:spMk id="13" creationId="{247F5B88-B5BD-4FFF-1510-6260E3D00E1A}"/>
          </ac:spMkLst>
        </pc:spChg>
        <pc:spChg chg="add mod">
          <ac:chgData name="kishore sankar" userId="a51b7a0ce76e6cff" providerId="LiveId" clId="{AB6ADD79-FC54-4FA6-A6B6-A58F09E199F3}" dt="2026-02-17T12:55:50.351" v="305" actId="1076"/>
          <ac:spMkLst>
            <pc:docMk/>
            <pc:sldMk cId="3007290188" sldId="284"/>
            <ac:spMk id="14" creationId="{46A991C2-651C-64B8-5DEB-37D720805DC7}"/>
          </ac:spMkLst>
        </pc:spChg>
        <pc:spChg chg="add mod">
          <ac:chgData name="kishore sankar" userId="a51b7a0ce76e6cff" providerId="LiveId" clId="{AB6ADD79-FC54-4FA6-A6B6-A58F09E199F3}" dt="2026-02-17T12:55:52.278" v="306" actId="1076"/>
          <ac:spMkLst>
            <pc:docMk/>
            <pc:sldMk cId="3007290188" sldId="284"/>
            <ac:spMk id="16" creationId="{1707392A-8750-EA87-9433-A71AE00A1F6F}"/>
          </ac:spMkLst>
        </pc:spChg>
        <pc:spChg chg="add mod">
          <ac:chgData name="kishore sankar" userId="a51b7a0ce76e6cff" providerId="LiveId" clId="{AB6ADD79-FC54-4FA6-A6B6-A58F09E199F3}" dt="2026-02-17T12:56:16.589" v="311" actId="1076"/>
          <ac:spMkLst>
            <pc:docMk/>
            <pc:sldMk cId="3007290188" sldId="284"/>
            <ac:spMk id="18" creationId="{CCDDAC20-05E5-BD51-F3CA-415A5EE0DF63}"/>
          </ac:spMkLst>
        </pc:spChg>
        <pc:spChg chg="add mod">
          <ac:chgData name="kishore sankar" userId="a51b7a0ce76e6cff" providerId="LiveId" clId="{AB6ADD79-FC54-4FA6-A6B6-A58F09E199F3}" dt="2026-02-17T12:56:35.036" v="316" actId="1076"/>
          <ac:spMkLst>
            <pc:docMk/>
            <pc:sldMk cId="3007290188" sldId="284"/>
            <ac:spMk id="20" creationId="{619DEA61-F2BC-A02F-9A09-7B13B08954BF}"/>
          </ac:spMkLst>
        </pc:spChg>
        <pc:cxnChg chg="add mod">
          <ac:chgData name="kishore sankar" userId="a51b7a0ce76e6cff" providerId="LiveId" clId="{AB6ADD79-FC54-4FA6-A6B6-A58F09E199F3}" dt="2026-02-17T12:57:27.278" v="327" actId="208"/>
          <ac:cxnSpMkLst>
            <pc:docMk/>
            <pc:sldMk cId="3007290188" sldId="284"/>
            <ac:cxnSpMk id="22" creationId="{B90B8D72-2C76-259D-4C27-B3AF92CDA02A}"/>
          </ac:cxnSpMkLst>
        </pc:cxnChg>
        <pc:cxnChg chg="add mod">
          <ac:chgData name="kishore sankar" userId="a51b7a0ce76e6cff" providerId="LiveId" clId="{AB6ADD79-FC54-4FA6-A6B6-A58F09E199F3}" dt="2026-02-17T12:57:35.370" v="328" actId="14100"/>
          <ac:cxnSpMkLst>
            <pc:docMk/>
            <pc:sldMk cId="3007290188" sldId="284"/>
            <ac:cxnSpMk id="24" creationId="{417B09C5-61D9-342D-54BF-B755D7AFB4F1}"/>
          </ac:cxnSpMkLst>
        </pc:cxnChg>
      </pc:sldChg>
      <pc:sldChg chg="addSp delSp modSp del mod setBg">
        <pc:chgData name="kishore sankar" userId="a51b7a0ce76e6cff" providerId="LiveId" clId="{AB6ADD79-FC54-4FA6-A6B6-A58F09E199F3}" dt="2026-02-19T06:44:20.694" v="815" actId="47"/>
        <pc:sldMkLst>
          <pc:docMk/>
          <pc:sldMk cId="2645816499" sldId="287"/>
        </pc:sldMkLst>
        <pc:spChg chg="add del mod">
          <ac:chgData name="kishore sankar" userId="a51b7a0ce76e6cff" providerId="LiveId" clId="{AB6ADD79-FC54-4FA6-A6B6-A58F09E199F3}" dt="2026-02-19T06:44:19.490" v="814" actId="20577"/>
          <ac:spMkLst>
            <pc:docMk/>
            <pc:sldMk cId="2645816499" sldId="287"/>
            <ac:spMk id="5" creationId="{ED4B6BCC-AA6F-F6A8-4E43-EA3F80395959}"/>
          </ac:spMkLst>
        </pc:spChg>
        <pc:spChg chg="del mod">
          <ac:chgData name="kishore sankar" userId="a51b7a0ce76e6cff" providerId="LiveId" clId="{AB6ADD79-FC54-4FA6-A6B6-A58F09E199F3}" dt="2026-02-19T06:37:57.874" v="743" actId="21"/>
          <ac:spMkLst>
            <pc:docMk/>
            <pc:sldMk cId="2645816499" sldId="287"/>
            <ac:spMk id="8" creationId="{AF8A1C02-B59E-B8CD-2022-FA4FAE78DB20}"/>
          </ac:spMkLst>
        </pc:spChg>
        <pc:spChg chg="add mod">
          <ac:chgData name="kishore sankar" userId="a51b7a0ce76e6cff" providerId="LiveId" clId="{AB6ADD79-FC54-4FA6-A6B6-A58F09E199F3}" dt="2026-02-19T06:42:55.957" v="803"/>
          <ac:spMkLst>
            <pc:docMk/>
            <pc:sldMk cId="2645816499" sldId="287"/>
            <ac:spMk id="9" creationId="{E0DCBF2F-1780-E117-8EE8-4AD8F2568992}"/>
          </ac:spMkLst>
        </pc:spChg>
        <pc:spChg chg="del">
          <ac:chgData name="kishore sankar" userId="a51b7a0ce76e6cff" providerId="LiveId" clId="{AB6ADD79-FC54-4FA6-A6B6-A58F09E199F3}" dt="2026-02-19T06:39:09.738" v="761" actId="21"/>
          <ac:spMkLst>
            <pc:docMk/>
            <pc:sldMk cId="2645816499" sldId="287"/>
            <ac:spMk id="13" creationId="{E70B2BBD-3725-A55D-4EC0-F83D41B18388}"/>
          </ac:spMkLst>
        </pc:spChg>
        <pc:spChg chg="add mod">
          <ac:chgData name="kishore sankar" userId="a51b7a0ce76e6cff" providerId="LiveId" clId="{AB6ADD79-FC54-4FA6-A6B6-A58F09E199F3}" dt="2026-02-19T06:42:46.833" v="801"/>
          <ac:spMkLst>
            <pc:docMk/>
            <pc:sldMk cId="2645816499" sldId="287"/>
            <ac:spMk id="14" creationId="{06956318-E833-1519-B0FD-8B7AF22622D1}"/>
          </ac:spMkLst>
        </pc:spChg>
        <pc:spChg chg="add del">
          <ac:chgData name="kishore sankar" userId="a51b7a0ce76e6cff" providerId="LiveId" clId="{AB6ADD79-FC54-4FA6-A6B6-A58F09E199F3}" dt="2026-02-19T06:44:00.972" v="812" actId="478"/>
          <ac:spMkLst>
            <pc:docMk/>
            <pc:sldMk cId="2645816499" sldId="287"/>
            <ac:spMk id="16" creationId="{48D224FC-5577-CF06-1F9A-538C9C28A063}"/>
          </ac:spMkLst>
        </pc:spChg>
        <pc:graphicFrameChg chg="add del modGraphic">
          <ac:chgData name="kishore sankar" userId="a51b7a0ce76e6cff" providerId="LiveId" clId="{AB6ADD79-FC54-4FA6-A6B6-A58F09E199F3}" dt="2026-02-19T06:41:32.751" v="790" actId="27309"/>
          <ac:graphicFrameMkLst>
            <pc:docMk/>
            <pc:sldMk cId="2645816499" sldId="287"/>
            <ac:graphicFrameMk id="6" creationId="{0F348120-FCAF-FBFB-A374-97837D002B10}"/>
          </ac:graphicFrameMkLst>
        </pc:graphicFrameChg>
        <pc:picChg chg="add mod">
          <ac:chgData name="kishore sankar" userId="a51b7a0ce76e6cff" providerId="LiveId" clId="{AB6ADD79-FC54-4FA6-A6B6-A58F09E199F3}" dt="2026-02-19T06:42:46.833" v="801"/>
          <ac:picMkLst>
            <pc:docMk/>
            <pc:sldMk cId="2645816499" sldId="287"/>
            <ac:picMk id="17" creationId="{9EC020A0-9D00-95FE-F21A-C874BB225CDC}"/>
          </ac:picMkLst>
        </pc:picChg>
        <pc:picChg chg="add del">
          <ac:chgData name="kishore sankar" userId="a51b7a0ce76e6cff" providerId="LiveId" clId="{AB6ADD79-FC54-4FA6-A6B6-A58F09E199F3}" dt="2026-02-19T06:43:45.712" v="807" actId="478"/>
          <ac:picMkLst>
            <pc:docMk/>
            <pc:sldMk cId="2645816499" sldId="287"/>
            <ac:picMk id="22" creationId="{FF6063A8-92C3-E036-B5DC-FAA1FA7A57BD}"/>
          </ac:picMkLst>
        </pc:picChg>
        <pc:picChg chg="del">
          <ac:chgData name="kishore sankar" userId="a51b7a0ce76e6cff" providerId="LiveId" clId="{AB6ADD79-FC54-4FA6-A6B6-A58F09E199F3}" dt="2026-02-19T06:38:35.346" v="754" actId="21"/>
          <ac:picMkLst>
            <pc:docMk/>
            <pc:sldMk cId="2645816499" sldId="287"/>
            <ac:picMk id="24" creationId="{A7B6E5E3-0B47-37D1-5022-9F41DF80AB34}"/>
          </ac:picMkLst>
        </pc:picChg>
        <pc:picChg chg="del">
          <ac:chgData name="kishore sankar" userId="a51b7a0ce76e6cff" providerId="LiveId" clId="{AB6ADD79-FC54-4FA6-A6B6-A58F09E199F3}" dt="2026-02-19T06:39:36.981" v="768" actId="21"/>
          <ac:picMkLst>
            <pc:docMk/>
            <pc:sldMk cId="2645816499" sldId="287"/>
            <ac:picMk id="26" creationId="{C8AA0C26-2753-D8AF-1149-143A88E73D1F}"/>
          </ac:picMkLst>
        </pc:picChg>
        <pc:picChg chg="add del">
          <ac:chgData name="kishore sankar" userId="a51b7a0ce76e6cff" providerId="LiveId" clId="{AB6ADD79-FC54-4FA6-A6B6-A58F09E199F3}" dt="2026-02-19T06:44:03.303" v="813" actId="478"/>
          <ac:picMkLst>
            <pc:docMk/>
            <pc:sldMk cId="2645816499" sldId="287"/>
            <ac:picMk id="28" creationId="{4187633F-B2FE-FAD6-7D5C-CA0640CF3DAC}"/>
          </ac:picMkLst>
        </pc:picChg>
      </pc:sldChg>
      <pc:sldChg chg="addSp delSp modSp del mod setBg">
        <pc:chgData name="kishore sankar" userId="a51b7a0ce76e6cff" providerId="LiveId" clId="{AB6ADD79-FC54-4FA6-A6B6-A58F09E199F3}" dt="2026-02-19T06:44:27.925" v="816" actId="47"/>
        <pc:sldMkLst>
          <pc:docMk/>
          <pc:sldMk cId="1954787403" sldId="288"/>
        </pc:sldMkLst>
        <pc:spChg chg="add del">
          <ac:chgData name="kishore sankar" userId="a51b7a0ce76e6cff" providerId="LiveId" clId="{AB6ADD79-FC54-4FA6-A6B6-A58F09E199F3}" dt="2026-02-19T06:43:43.282" v="804" actId="21"/>
          <ac:spMkLst>
            <pc:docMk/>
            <pc:sldMk cId="1954787403" sldId="288"/>
            <ac:spMk id="6" creationId="{E0DCBF2F-1780-E117-8EE8-4AD8F2568992}"/>
          </ac:spMkLst>
        </pc:spChg>
        <pc:spChg chg="del">
          <ac:chgData name="kishore sankar" userId="a51b7a0ce76e6cff" providerId="LiveId" clId="{AB6ADD79-FC54-4FA6-A6B6-A58F09E199F3}" dt="2026-02-19T06:40:27.470" v="778" actId="21"/>
          <ac:spMkLst>
            <pc:docMk/>
            <pc:sldMk cId="1954787403" sldId="288"/>
            <ac:spMk id="12" creationId="{B1DA19B7-4456-E796-C7EC-34572C0ABCF0}"/>
          </ac:spMkLst>
        </pc:spChg>
        <pc:spChg chg="del">
          <ac:chgData name="kishore sankar" userId="a51b7a0ce76e6cff" providerId="LiveId" clId="{AB6ADD79-FC54-4FA6-A6B6-A58F09E199F3}" dt="2026-02-19T06:42:29.442" v="796" actId="21"/>
          <ac:spMkLst>
            <pc:docMk/>
            <pc:sldMk cId="1954787403" sldId="288"/>
            <ac:spMk id="14" creationId="{06956318-E833-1519-B0FD-8B7AF22622D1}"/>
          </ac:spMkLst>
        </pc:spChg>
        <pc:picChg chg="del">
          <ac:chgData name="kishore sankar" userId="a51b7a0ce76e6cff" providerId="LiveId" clId="{AB6ADD79-FC54-4FA6-A6B6-A58F09E199F3}" dt="2026-02-19T06:42:29.442" v="796" actId="21"/>
          <ac:picMkLst>
            <pc:docMk/>
            <pc:sldMk cId="1954787403" sldId="288"/>
            <ac:picMk id="17" creationId="{9EC020A0-9D00-95FE-F21A-C874BB225CDC}"/>
          </ac:picMkLst>
        </pc:picChg>
        <pc:picChg chg="del">
          <ac:chgData name="kishore sankar" userId="a51b7a0ce76e6cff" providerId="LiveId" clId="{AB6ADD79-FC54-4FA6-A6B6-A58F09E199F3}" dt="2026-02-19T06:41:35.868" v="791" actId="21"/>
          <ac:picMkLst>
            <pc:docMk/>
            <pc:sldMk cId="1954787403" sldId="288"/>
            <ac:picMk id="23" creationId="{E8E5BB86-DDCD-96AE-8FED-9DA20A9E6916}"/>
          </ac:picMkLst>
        </pc:picChg>
        <pc:cxnChg chg="mod">
          <ac:chgData name="kishore sankar" userId="a51b7a0ce76e6cff" providerId="LiveId" clId="{AB6ADD79-FC54-4FA6-A6B6-A58F09E199F3}" dt="2026-02-19T06:42:23.592" v="795" actId="1076"/>
          <ac:cxnSpMkLst>
            <pc:docMk/>
            <pc:sldMk cId="1954787403" sldId="288"/>
            <ac:cxnSpMk id="4" creationId="{89F64123-FCF5-EB42-94DD-EF2EA9ED6AF2}"/>
          </ac:cxnSpMkLst>
        </pc:cxnChg>
      </pc:sldChg>
      <pc:sldChg chg="addSp delSp modSp mod setBg">
        <pc:chgData name="kishore sankar" userId="a51b7a0ce76e6cff" providerId="LiveId" clId="{AB6ADD79-FC54-4FA6-A6B6-A58F09E199F3}" dt="2026-02-19T06:45:46.550" v="827" actId="1076"/>
        <pc:sldMkLst>
          <pc:docMk/>
          <pc:sldMk cId="4209496362" sldId="289"/>
        </pc:sldMkLst>
        <pc:spChg chg="add mod">
          <ac:chgData name="kishore sankar" userId="a51b7a0ce76e6cff" providerId="LiveId" clId="{AB6ADD79-FC54-4FA6-A6B6-A58F09E199F3}" dt="2026-02-19T06:45:14.637" v="823" actId="1076"/>
          <ac:spMkLst>
            <pc:docMk/>
            <pc:sldMk cId="4209496362" sldId="289"/>
            <ac:spMk id="6" creationId="{E0DCBF2F-1780-E117-8EE8-4AD8F2568992}"/>
          </ac:spMkLst>
        </pc:spChg>
        <pc:spChg chg="del">
          <ac:chgData name="kishore sankar" userId="a51b7a0ce76e6cff" providerId="LiveId" clId="{AB6ADD79-FC54-4FA6-A6B6-A58F09E199F3}" dt="2026-02-19T06:44:41.148" v="819" actId="478"/>
          <ac:spMkLst>
            <pc:docMk/>
            <pc:sldMk cId="4209496362" sldId="289"/>
            <ac:spMk id="9" creationId="{4BB59309-DB0D-2628-363D-D94AFCCCCF85}"/>
          </ac:spMkLst>
        </pc:spChg>
        <pc:spChg chg="del">
          <ac:chgData name="kishore sankar" userId="a51b7a0ce76e6cff" providerId="LiveId" clId="{AB6ADD79-FC54-4FA6-A6B6-A58F09E199F3}" dt="2026-02-19T06:44:34.603" v="817" actId="478"/>
          <ac:spMkLst>
            <pc:docMk/>
            <pc:sldMk cId="4209496362" sldId="289"/>
            <ac:spMk id="13" creationId="{1FE8BBF8-B986-7DEB-76C3-389C1AD79BA5}"/>
          </ac:spMkLst>
        </pc:spChg>
        <pc:spChg chg="add mod">
          <ac:chgData name="kishore sankar" userId="a51b7a0ce76e6cff" providerId="LiveId" clId="{AB6ADD79-FC54-4FA6-A6B6-A58F09E199F3}" dt="2026-02-19T06:44:58.388" v="821" actId="1076"/>
          <ac:spMkLst>
            <pc:docMk/>
            <pc:sldMk cId="4209496362" sldId="289"/>
            <ac:spMk id="14" creationId="{06956318-E833-1519-B0FD-8B7AF22622D1}"/>
          </ac:spMkLst>
        </pc:spChg>
        <pc:picChg chg="add mod">
          <ac:chgData name="kishore sankar" userId="a51b7a0ce76e6cff" providerId="LiveId" clId="{AB6ADD79-FC54-4FA6-A6B6-A58F09E199F3}" dt="2026-02-19T06:44:58.388" v="821" actId="1076"/>
          <ac:picMkLst>
            <pc:docMk/>
            <pc:sldMk cId="4209496362" sldId="289"/>
            <ac:picMk id="3" creationId="{9EC020A0-9D00-95FE-F21A-C874BB225CDC}"/>
          </ac:picMkLst>
        </pc:picChg>
        <pc:picChg chg="del">
          <ac:chgData name="kishore sankar" userId="a51b7a0ce76e6cff" providerId="LiveId" clId="{AB6ADD79-FC54-4FA6-A6B6-A58F09E199F3}" dt="2026-02-19T06:44:36.239" v="818" actId="478"/>
          <ac:picMkLst>
            <pc:docMk/>
            <pc:sldMk cId="4209496362" sldId="289"/>
            <ac:picMk id="17" creationId="{6F936252-1B59-7D22-D71A-306184B2D7B9}"/>
          </ac:picMkLst>
        </pc:picChg>
        <pc:picChg chg="mod">
          <ac:chgData name="kishore sankar" userId="a51b7a0ce76e6cff" providerId="LiveId" clId="{AB6ADD79-FC54-4FA6-A6B6-A58F09E199F3}" dt="2026-02-19T06:45:46.550" v="827" actId="1076"/>
          <ac:picMkLst>
            <pc:docMk/>
            <pc:sldMk cId="4209496362" sldId="289"/>
            <ac:picMk id="19" creationId="{0A1FB409-BDBE-D766-1D95-7A3AF68A0F8B}"/>
          </ac:picMkLst>
        </pc:picChg>
      </pc:sldChg>
      <pc:sldChg chg="addSp delSp modSp add del mod setBg">
        <pc:chgData name="kishore sankar" userId="a51b7a0ce76e6cff" providerId="LiveId" clId="{AB6ADD79-FC54-4FA6-A6B6-A58F09E199F3}" dt="2026-02-19T06:12:01.280" v="650" actId="47"/>
        <pc:sldMkLst>
          <pc:docMk/>
          <pc:sldMk cId="2203073168" sldId="292"/>
        </pc:sldMkLst>
      </pc:sldChg>
      <pc:sldChg chg="addSp delSp modSp add del mod ord setBg">
        <pc:chgData name="kishore sankar" userId="a51b7a0ce76e6cff" providerId="LiveId" clId="{AB6ADD79-FC54-4FA6-A6B6-A58F09E199F3}" dt="2026-02-19T06:00:39.645" v="597" actId="47"/>
        <pc:sldMkLst>
          <pc:docMk/>
          <pc:sldMk cId="1896480122" sldId="293"/>
        </pc:sldMkLst>
      </pc:sldChg>
      <pc:sldChg chg="addSp delSp modSp add del mod setBg">
        <pc:chgData name="kishore sankar" userId="a51b7a0ce76e6cff" providerId="LiveId" clId="{AB6ADD79-FC54-4FA6-A6B6-A58F09E199F3}" dt="2026-02-19T06:12:03.182" v="651" actId="47"/>
        <pc:sldMkLst>
          <pc:docMk/>
          <pc:sldMk cId="1873941205" sldId="294"/>
        </pc:sldMkLst>
      </pc:sldChg>
      <pc:sldChg chg="addSp delSp modSp add mod ord setBg">
        <pc:chgData name="kishore sankar" userId="a51b7a0ce76e6cff" providerId="LiveId" clId="{AB6ADD79-FC54-4FA6-A6B6-A58F09E199F3}" dt="2026-02-19T06:27:42.138" v="721" actId="1076"/>
        <pc:sldMkLst>
          <pc:docMk/>
          <pc:sldMk cId="2761424826" sldId="296"/>
        </pc:sldMkLst>
        <pc:spChg chg="add mod">
          <ac:chgData name="kishore sankar" userId="a51b7a0ce76e6cff" providerId="LiveId" clId="{AB6ADD79-FC54-4FA6-A6B6-A58F09E199F3}" dt="2026-02-19T06:12:33.508" v="653" actId="14100"/>
          <ac:spMkLst>
            <pc:docMk/>
            <pc:sldMk cId="2761424826" sldId="296"/>
            <ac:spMk id="2" creationId="{AC3B2F9E-C43C-34AB-9582-AD2AC8160250}"/>
          </ac:spMkLst>
        </pc:spChg>
        <pc:spChg chg="add mod">
          <ac:chgData name="kishore sankar" userId="a51b7a0ce76e6cff" providerId="LiveId" clId="{AB6ADD79-FC54-4FA6-A6B6-A58F09E199F3}" dt="2026-02-19T06:25:15.129" v="693" actId="14100"/>
          <ac:spMkLst>
            <pc:docMk/>
            <pc:sldMk cId="2761424826" sldId="296"/>
            <ac:spMk id="4" creationId="{D5E80083-1F3C-AD7E-0DD8-14024168828C}"/>
          </ac:spMkLst>
        </pc:spChg>
        <pc:spChg chg="add mod">
          <ac:chgData name="kishore sankar" userId="a51b7a0ce76e6cff" providerId="LiveId" clId="{AB6ADD79-FC54-4FA6-A6B6-A58F09E199F3}" dt="2026-02-19T06:21:11.741" v="667" actId="20577"/>
          <ac:spMkLst>
            <pc:docMk/>
            <pc:sldMk cId="2761424826" sldId="296"/>
            <ac:spMk id="6" creationId="{BB190B1E-3C91-68B4-B4A2-82D4A7B86610}"/>
          </ac:spMkLst>
        </pc:spChg>
        <pc:spChg chg="add mod">
          <ac:chgData name="kishore sankar" userId="a51b7a0ce76e6cff" providerId="LiveId" clId="{AB6ADD79-FC54-4FA6-A6B6-A58F09E199F3}" dt="2026-02-19T06:21:02.732" v="663" actId="1582"/>
          <ac:spMkLst>
            <pc:docMk/>
            <pc:sldMk cId="2761424826" sldId="296"/>
            <ac:spMk id="7" creationId="{2377E1E5-04F3-3B51-DD66-27FD01DEC8CA}"/>
          </ac:spMkLst>
        </pc:spChg>
        <pc:spChg chg="add mod">
          <ac:chgData name="kishore sankar" userId="a51b7a0ce76e6cff" providerId="LiveId" clId="{AB6ADD79-FC54-4FA6-A6B6-A58F09E199F3}" dt="2026-02-19T06:12:23.648" v="652" actId="20577"/>
          <ac:spMkLst>
            <pc:docMk/>
            <pc:sldMk cId="2761424826" sldId="296"/>
            <ac:spMk id="8" creationId="{40BD74D7-8294-03D2-1DB0-888579C3FEEA}"/>
          </ac:spMkLst>
        </pc:spChg>
        <pc:spChg chg="mod">
          <ac:chgData name="kishore sankar" userId="a51b7a0ce76e6cff" providerId="LiveId" clId="{AB6ADD79-FC54-4FA6-A6B6-A58F09E199F3}" dt="2026-02-19T06:27:10.986" v="714" actId="1076"/>
          <ac:spMkLst>
            <pc:docMk/>
            <pc:sldMk cId="2761424826" sldId="296"/>
            <ac:spMk id="9" creationId="{F95467AC-3116-4429-B13E-6B8A61EB0DD0}"/>
          </ac:spMkLst>
        </pc:spChg>
        <pc:spChg chg="mod">
          <ac:chgData name="kishore sankar" userId="a51b7a0ce76e6cff" providerId="LiveId" clId="{AB6ADD79-FC54-4FA6-A6B6-A58F09E199F3}" dt="2026-02-19T06:22:10.014" v="670" actId="1076"/>
          <ac:spMkLst>
            <pc:docMk/>
            <pc:sldMk cId="2761424826" sldId="296"/>
            <ac:spMk id="10" creationId="{70997233-DE6A-EFF9-842F-BF99ECECEB36}"/>
          </ac:spMkLst>
        </pc:spChg>
        <pc:spChg chg="add">
          <ac:chgData name="kishore sankar" userId="a51b7a0ce76e6cff" providerId="LiveId" clId="{AB6ADD79-FC54-4FA6-A6B6-A58F09E199F3}" dt="2026-02-19T06:21:39.643" v="668"/>
          <ac:spMkLst>
            <pc:docMk/>
            <pc:sldMk cId="2761424826" sldId="296"/>
            <ac:spMk id="11" creationId="{97A6EC62-7E81-C03D-5511-2FC582CA3370}"/>
          </ac:spMkLst>
        </pc:spChg>
        <pc:spChg chg="add mod">
          <ac:chgData name="kishore sankar" userId="a51b7a0ce76e6cff" providerId="LiveId" clId="{AB6ADD79-FC54-4FA6-A6B6-A58F09E199F3}" dt="2026-02-19T06:23:27.886" v="678" actId="20577"/>
          <ac:spMkLst>
            <pc:docMk/>
            <pc:sldMk cId="2761424826" sldId="296"/>
            <ac:spMk id="12" creationId="{B58943D6-6EDD-A590-9EC2-1F883E7B50C6}"/>
          </ac:spMkLst>
        </pc:spChg>
        <pc:spChg chg="add mod">
          <ac:chgData name="kishore sankar" userId="a51b7a0ce76e6cff" providerId="LiveId" clId="{AB6ADD79-FC54-4FA6-A6B6-A58F09E199F3}" dt="2026-02-19T06:22:40.674" v="676" actId="12"/>
          <ac:spMkLst>
            <pc:docMk/>
            <pc:sldMk cId="2761424826" sldId="296"/>
            <ac:spMk id="13" creationId="{BB5582D6-8750-7C87-2B6F-17FBFBB3216E}"/>
          </ac:spMkLst>
        </pc:spChg>
        <pc:spChg chg="add del mod">
          <ac:chgData name="kishore sankar" userId="a51b7a0ce76e6cff" providerId="LiveId" clId="{AB6ADD79-FC54-4FA6-A6B6-A58F09E199F3}" dt="2026-02-19T06:25:08.174" v="692" actId="11529"/>
          <ac:spMkLst>
            <pc:docMk/>
            <pc:sldMk cId="2761424826" sldId="296"/>
            <ac:spMk id="14" creationId="{74DE9953-1742-A84D-5066-6B0FA372E2E6}"/>
          </ac:spMkLst>
        </pc:spChg>
        <pc:spChg chg="add mod">
          <ac:chgData name="kishore sankar" userId="a51b7a0ce76e6cff" providerId="LiveId" clId="{AB6ADD79-FC54-4FA6-A6B6-A58F09E199F3}" dt="2026-02-19T06:25:45.192" v="698" actId="14100"/>
          <ac:spMkLst>
            <pc:docMk/>
            <pc:sldMk cId="2761424826" sldId="296"/>
            <ac:spMk id="15" creationId="{16A3A89C-23F9-CD82-B74F-5C467D391C46}"/>
          </ac:spMkLst>
        </pc:spChg>
        <pc:spChg chg="add mod">
          <ac:chgData name="kishore sankar" userId="a51b7a0ce76e6cff" providerId="LiveId" clId="{AB6ADD79-FC54-4FA6-A6B6-A58F09E199F3}" dt="2026-02-19T06:26:35.561" v="711" actId="1076"/>
          <ac:spMkLst>
            <pc:docMk/>
            <pc:sldMk cId="2761424826" sldId="296"/>
            <ac:spMk id="17" creationId="{0EC89E4A-ED5D-7EA6-F4A2-E9F168BA76FC}"/>
          </ac:spMkLst>
        </pc:spChg>
        <pc:spChg chg="add del mod">
          <ac:chgData name="kishore sankar" userId="a51b7a0ce76e6cff" providerId="LiveId" clId="{AB6ADD79-FC54-4FA6-A6B6-A58F09E199F3}" dt="2026-02-19T06:27:20.372" v="717"/>
          <ac:spMkLst>
            <pc:docMk/>
            <pc:sldMk cId="2761424826" sldId="296"/>
            <ac:spMk id="18" creationId="{3E55C550-9356-4BA0-DAB7-2C192EE90439}"/>
          </ac:spMkLst>
        </pc:spChg>
        <pc:spChg chg="add mod">
          <ac:chgData name="kishore sankar" userId="a51b7a0ce76e6cff" providerId="LiveId" clId="{AB6ADD79-FC54-4FA6-A6B6-A58F09E199F3}" dt="2026-02-19T06:27:42.138" v="721" actId="1076"/>
          <ac:spMkLst>
            <pc:docMk/>
            <pc:sldMk cId="2761424826" sldId="296"/>
            <ac:spMk id="20" creationId="{BB1480EF-1253-0FBF-0D5F-772A7ABEA023}"/>
          </ac:spMkLst>
        </pc:spChg>
      </pc:sldChg>
      <pc:sldChg chg="addSp delSp modSp add mod setBg">
        <pc:chgData name="kishore sankar" userId="a51b7a0ce76e6cff" providerId="LiveId" clId="{AB6ADD79-FC54-4FA6-A6B6-A58F09E199F3}" dt="2026-02-17T13:09:43.081" v="537"/>
        <pc:sldMkLst>
          <pc:docMk/>
          <pc:sldMk cId="2906306527" sldId="298"/>
        </pc:sldMkLst>
        <pc:spChg chg="mod">
          <ac:chgData name="kishore sankar" userId="a51b7a0ce76e6cff" providerId="LiveId" clId="{AB6ADD79-FC54-4FA6-A6B6-A58F09E199F3}" dt="2026-02-17T12:59:28.954" v="370" actId="1076"/>
          <ac:spMkLst>
            <pc:docMk/>
            <pc:sldMk cId="2906306527" sldId="298"/>
            <ac:spMk id="2" creationId="{15CFABBD-8DB2-8FDF-32AA-62110AEA2894}"/>
          </ac:spMkLst>
        </pc:spChg>
        <pc:spChg chg="add mod">
          <ac:chgData name="kishore sankar" userId="a51b7a0ce76e6cff" providerId="LiveId" clId="{AB6ADD79-FC54-4FA6-A6B6-A58F09E199F3}" dt="2026-02-17T13:00:18.824" v="373" actId="1582"/>
          <ac:spMkLst>
            <pc:docMk/>
            <pc:sldMk cId="2906306527" sldId="298"/>
            <ac:spMk id="3" creationId="{8DF0E253-6064-C3FB-ECF7-529C6559AFDA}"/>
          </ac:spMkLst>
        </pc:spChg>
        <pc:spChg chg="add mod">
          <ac:chgData name="kishore sankar" userId="a51b7a0ce76e6cff" providerId="LiveId" clId="{AB6ADD79-FC54-4FA6-A6B6-A58F09E199F3}" dt="2026-02-17T13:01:14.583" v="390" actId="12"/>
          <ac:spMkLst>
            <pc:docMk/>
            <pc:sldMk cId="2906306527" sldId="298"/>
            <ac:spMk id="7" creationId="{77430512-8A27-8122-986C-62A810A2A3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65CE0-8C18-4C73-BC87-97E25A65C13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37201-079B-4019-AD54-45B128FAF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09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37201-079B-4019-AD54-45B128FAF2F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70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3D7A2-C585-48BF-BF8C-C21FDC051F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60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AF15-E903-2CF1-74F6-2F6BE0B38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8AF0B-5341-5E7A-9AC7-AA35CDEB0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40FB8-A5E8-36B4-9203-2964514DC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03F21-ACFC-0BB2-E7C7-1802651AE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3D7A2-C585-48BF-BF8C-C21FDC051F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244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37201-079B-4019-AD54-45B128FAF2F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902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37201-079B-4019-AD54-45B128FAF2F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104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C52D-55F6-99CA-8399-2117214B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EA9C-59DC-E638-0761-DD9E51029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CD584-8368-57A8-4B05-D013AE78E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360A5-A5D3-1A30-30C4-A9E0DB42A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37201-079B-4019-AD54-45B128FAF2F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73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A543-38A7-2F7A-65C8-B7947597B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5755C-E203-4CCD-9209-C32CE9316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C7DC6-0D94-BD35-77EC-80E5E6953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1CFD5-032B-777E-CF94-0821D617F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8B725-3E97-7648-E651-42B33F992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66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DCB5-777E-698F-0F7B-EDA101D4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A25FD-EF2F-2761-8CD1-941BDFCA9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5ED80-8676-72FE-5A43-5D2B5ADB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03D7B-32FB-CFD0-5B88-EEA813465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1FBAC-418C-3A13-E6AB-C14B4F75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6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8750-C35F-0C2A-3B6F-96E7EC56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78E32-D840-A7A0-015D-23834073C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A692-23FB-470C-47DC-C03BA044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41183-8CB9-AC1E-29CA-86021C7D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F89CB-0B4D-9790-484A-7AB67A53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45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3639D-01B4-1F9F-37D2-E268C852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E7352-AFAB-378A-217A-56CA3EE28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56845-37DD-4854-1709-8078F9F33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CA5F9-08C4-D244-80F3-BED39EF6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3710C-CD9C-8E60-62C8-A91F42EE4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5FB33-524C-25F3-BD43-FD2C09D5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6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CF3C-35A0-844A-8703-EDC2DD097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A9690-A394-B89C-28B0-2B928C548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55EBC-DDC0-555F-EA24-079F216D1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36636-1E70-04A3-3198-351C6350D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5A9B2-2ADF-1DC0-5435-F304199AA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FCAE0-2FE9-4C0A-E8AB-D42B0748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B367A-B1CC-8ED3-B153-F2E0D458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6B9ED-490E-97E7-391F-3CCEE7DA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03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93DD-D118-0BD2-1BFD-F4EF6E9C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AE8F6-860C-4121-2E8A-A3747E50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C2613-FC1C-E96C-1C6B-3121A26C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1634C-A8F4-DED8-4D1D-06C16044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3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6BED4-E176-05D0-AB05-572A0008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6B80F-0EF0-5EE7-5891-216A7BAE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2D78B-7BF3-264A-14DD-A7A7B0C1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58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E9966-109E-58F1-BFE1-E413E590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69B5-8801-BB23-4E72-78078BD7D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75CF2-C071-D6A6-68B1-428EACB03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F5320-EDC8-E67D-DB0F-AB29D46F6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34C44-1001-57F0-89B8-CB0CDF3A1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60E96-79E5-D792-E8FD-2B7482A4D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55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75226-4AD5-4F6A-912C-576C732A6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06D9A1-E630-57A1-3669-A750E55A8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0D384-D9D4-FB69-3554-EFE7678BB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2A599-BB12-A89D-3F4A-D1B4090D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E82A0-2578-E263-83AF-4BEF5AAC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318BA-EAC2-D789-5604-3DCCB843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54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74F9-E943-DD50-1431-AD91EE56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78581-EE2A-A8F1-CED9-BFEC9129F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D6F3-6A71-E08E-0F53-61D8C463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6F03C-9517-06D0-8D45-B660C637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387E-A954-0122-E0D8-E55E8BBE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42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44A0F7-A634-0B09-18AD-BCC729C1F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FA580-8A7A-69A7-E360-3D6F4F1A7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8549-DB27-338D-AADC-7DBFB946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EB745-99F4-FFC3-F5E0-FA37305F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8BF1C-97CB-C61F-A000-E14D949E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28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10149840" cy="16459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95DBE8-6B89-8EA5-868B-87356D3FAF8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26464" y="2743200"/>
            <a:ext cx="10149840" cy="3456432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012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0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731520"/>
            <a:ext cx="5261776" cy="3200400"/>
          </a:xfrm>
        </p:spPr>
        <p:txBody>
          <a:bodyPr anchor="b">
            <a:normAutofit/>
          </a:bodyPr>
          <a:lstStyle>
            <a:lvl1pPr algn="l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956278"/>
            <a:ext cx="5261775" cy="2167128"/>
          </a:xfrm>
        </p:spPr>
        <p:txBody>
          <a:bodyPr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5ED42FA-5CCA-F252-5E46-7B0091BCC8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89904" y="768096"/>
            <a:ext cx="4480560" cy="44988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6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554239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, and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0" y="685800"/>
            <a:ext cx="5212080" cy="2103120"/>
          </a:xfrm>
        </p:spPr>
        <p:txBody>
          <a:bodyPr anchor="b"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6D8770C-634E-CA21-85DC-41D4395BF5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0" y="768096"/>
            <a:ext cx="3776472" cy="53400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2999232"/>
            <a:ext cx="5212080" cy="3310128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88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663440" cy="57607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2651760"/>
          </a:xfrm>
        </p:spPr>
        <p:txBody>
          <a:bodyPr/>
          <a:lstStyle>
            <a:lvl1pPr marL="0" indent="0">
              <a:buSzPct val="70000"/>
              <a:buNone/>
              <a:defRPr/>
            </a:lvl1pPr>
            <a:lvl2pPr marL="384048" indent="-384048">
              <a:buSzPct val="70000"/>
              <a:buFont typeface="Franklin Gothic Book" panose="020B0503020102020204" pitchFamily="34" charset="0"/>
              <a:buChar char="■"/>
              <a:defRPr/>
            </a:lvl2pPr>
            <a:lvl3pPr marL="914400" indent="-384048">
              <a:buSzPct val="70000"/>
              <a:buFont typeface="Franklin Gothic Book" panose="020B0503020102020204" pitchFamily="34" charset="0"/>
              <a:buChar char="–"/>
              <a:defRPr/>
            </a:lvl3pPr>
            <a:lvl4pPr marL="1371600" indent="-384048">
              <a:buSzPct val="70000"/>
              <a:buFont typeface="Franklin Gothic Book" panose="020B0503020102020204" pitchFamily="34" charset="0"/>
              <a:buChar char="■"/>
              <a:defRPr/>
            </a:lvl4pPr>
            <a:lvl5pPr marL="1828800" indent="-384048">
              <a:buSzPct val="70000"/>
              <a:buFont typeface="Franklin Gothic Book" panose="020B0503020102020204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FB8D5A-7E59-4AEA-3F66-398413304E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360" y="3637722"/>
            <a:ext cx="5212080" cy="2651760"/>
          </a:xfrm>
        </p:spPr>
        <p:txBody>
          <a:bodyPr/>
          <a:lstStyle>
            <a:lvl1pPr marL="0" indent="0">
              <a:buSzPct val="70000"/>
              <a:buNone/>
              <a:defRPr/>
            </a:lvl1pPr>
            <a:lvl2pPr marL="384048" indent="-384048">
              <a:buSzPct val="70000"/>
              <a:buFont typeface="Franklin Gothic Book" panose="020B0503020102020204" pitchFamily="34" charset="0"/>
              <a:buChar char="■"/>
              <a:defRPr/>
            </a:lvl2pPr>
            <a:lvl3pPr marL="914400" indent="-384048">
              <a:buSzPct val="70000"/>
              <a:buFont typeface="Franklin Gothic Book" panose="020B0503020102020204" pitchFamily="34" charset="0"/>
              <a:buChar char="–"/>
              <a:defRPr/>
            </a:lvl3pPr>
            <a:lvl4pPr marL="1371600" indent="-384048">
              <a:buSzPct val="70000"/>
              <a:buFont typeface="Franklin Gothic Book" panose="020B0503020102020204" pitchFamily="34" charset="0"/>
              <a:buChar char="■"/>
              <a:defRPr/>
            </a:lvl4pPr>
            <a:lvl5pPr marL="1828800" indent="-384048">
              <a:buSzPct val="70000"/>
              <a:buFont typeface="Franklin Gothic Book" panose="020B0503020102020204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51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1164FD9-A200-1A27-7217-47AF9DF9F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480" y="1554480"/>
            <a:ext cx="9052560" cy="2377440"/>
          </a:xfrm>
        </p:spPr>
        <p:txBody>
          <a:bodyPr anchor="b">
            <a:noAutofit/>
          </a:bodyPr>
          <a:lstStyle>
            <a:lvl1pPr algn="ctr">
              <a:defRPr sz="54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069080"/>
            <a:ext cx="9144000" cy="1371600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  <a:solidFill>
            <a:schemeClr val="tx1"/>
          </a:solidFill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18656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B8592-9AC2-E0F9-A3F0-B476BE1BA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1F993-80FD-11A2-37C7-DA8C16C4F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318B5-9585-0251-E27F-157A1C121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E3373-E199-4176-A3EC-C430E784545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68429-258D-118B-B77A-EDD7E8D86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43E24-FF5B-284A-DF83-D651142D3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8B449-0400-4A1F-9DA7-E2BD3C434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55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952" y="2186750"/>
            <a:ext cx="9052560" cy="972693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SAR Narrative Generator with Audit Trail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952" y="3749040"/>
            <a:ext cx="9144000" cy="1920240"/>
          </a:xfrm>
        </p:spPr>
        <p:txBody>
          <a:bodyPr vert="horz" lIns="91440" tIns="45720" rIns="91440" bIns="45720" rtlCol="0" anchor="b" anchorCtr="0">
            <a:normAutofit fontScale="32500" lnSpcReduction="20000"/>
          </a:bodyPr>
          <a:lstStyle/>
          <a:p>
            <a:pPr algn="l"/>
            <a:r>
              <a:rPr lang="en-US" sz="5500" b="1" dirty="0"/>
              <a:t>TEAM MEMBERS:</a:t>
            </a:r>
            <a:br>
              <a:rPr lang="en-US" sz="3300" b="1" dirty="0"/>
            </a:br>
            <a:br>
              <a:rPr lang="en-US" b="1" dirty="0"/>
            </a:br>
            <a:r>
              <a:rPr lang="en-US" sz="5600" b="1" dirty="0"/>
              <a:t>1.TAMILMATHI M</a:t>
            </a:r>
            <a:br>
              <a:rPr lang="en-US" sz="5600" b="1" dirty="0"/>
            </a:br>
            <a:r>
              <a:rPr lang="en-US" sz="5600" b="1" dirty="0"/>
              <a:t>2.NILA PR</a:t>
            </a:r>
            <a:br>
              <a:rPr lang="en-US" sz="5600" b="1" dirty="0"/>
            </a:br>
            <a:r>
              <a:rPr lang="en-US" sz="5600" b="1" dirty="0"/>
              <a:t>3.KRISHNA SHREE B</a:t>
            </a:r>
            <a:br>
              <a:rPr lang="en-US" sz="5600" b="1" dirty="0"/>
            </a:br>
            <a:r>
              <a:rPr lang="en-US" sz="5600" b="1" dirty="0"/>
              <a:t>4.RUBASHREE A </a:t>
            </a:r>
          </a:p>
          <a:p>
            <a:pPr algn="l"/>
            <a:r>
              <a:rPr lang="en-US" sz="5600" b="1" dirty="0"/>
              <a:t>5.RAJAN 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182253-B544-2E0A-D266-F8D6B7B23D2C}"/>
              </a:ext>
            </a:extLst>
          </p:cNvPr>
          <p:cNvSpPr txBox="1">
            <a:spLocks/>
          </p:cNvSpPr>
          <p:nvPr/>
        </p:nvSpPr>
        <p:spPr>
          <a:xfrm>
            <a:off x="76200" y="1188720"/>
            <a:ext cx="12192000" cy="237744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</a:t>
            </a:r>
            <a:r>
              <a:rPr lang="en-US" sz="4800" dirty="0">
                <a:solidFill>
                  <a:schemeClr val="tx1"/>
                </a:solidFill>
              </a:rPr>
              <a:t>COLLEGE OF ENGINEERING GUINDY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7BB3AD-3701-E92B-88EF-72A66955947F}"/>
              </a:ext>
            </a:extLst>
          </p:cNvPr>
          <p:cNvSpPr txBox="1">
            <a:spLocks/>
          </p:cNvSpPr>
          <p:nvPr/>
        </p:nvSpPr>
        <p:spPr>
          <a:xfrm>
            <a:off x="1566672" y="3159443"/>
            <a:ext cx="9052560" cy="237744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chemeClr val="tx1"/>
                </a:solidFill>
                <a:latin typeface="+mn-lt"/>
              </a:rPr>
              <a:t>PROJECT NAME: CHRONOGUARD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A292B-9C1B-A65C-B3B9-02A87E201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95467AC-3116-4429-B13E-6B8A61EB0D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" y="0"/>
            <a:ext cx="12191999" cy="65881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PROBLEM STATEMENT &amp; OBJECTIVE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997233-DE6A-EFF9-842F-BF99ECECEB3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8330" y="5904014"/>
            <a:ext cx="12191998" cy="62092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				</a:t>
            </a:r>
            <a:endParaRPr lang="en-IN" sz="18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F14D48-D533-A845-591F-89E59055863B}"/>
              </a:ext>
            </a:extLst>
          </p:cNvPr>
          <p:cNvCxnSpPr/>
          <p:nvPr/>
        </p:nvCxnSpPr>
        <p:spPr>
          <a:xfrm>
            <a:off x="0" y="658368"/>
            <a:ext cx="1219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C3B2F9E-C43C-34AB-9582-AD2AC8160250}"/>
              </a:ext>
            </a:extLst>
          </p:cNvPr>
          <p:cNvSpPr/>
          <p:nvPr/>
        </p:nvSpPr>
        <p:spPr>
          <a:xfrm>
            <a:off x="118872" y="749808"/>
            <a:ext cx="5797296" cy="195681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80083-1F3C-AD7E-0DD8-14024168828C}"/>
              </a:ext>
            </a:extLst>
          </p:cNvPr>
          <p:cNvSpPr/>
          <p:nvPr/>
        </p:nvSpPr>
        <p:spPr>
          <a:xfrm>
            <a:off x="6096000" y="749808"/>
            <a:ext cx="5977128" cy="207579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D74D7-8294-03D2-1DB0-888579C3FEEA}"/>
              </a:ext>
            </a:extLst>
          </p:cNvPr>
          <p:cNvSpPr txBox="1"/>
          <p:nvPr/>
        </p:nvSpPr>
        <p:spPr>
          <a:xfrm>
            <a:off x="230886" y="749364"/>
            <a:ext cx="574624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/>
              <a:t>PROBLEM STATEMENT:</a:t>
            </a:r>
          </a:p>
          <a:p>
            <a:pPr>
              <a:buNone/>
            </a:pPr>
            <a:r>
              <a:rPr lang="en-US" dirty="0"/>
              <a:t>Financial institutions are required to file Suspicious Activity Reports (SARs) whenever potentially fraudulent transactions are detected. However, the current SAR preparation process is highly manual, time-consuming, and error-prone.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8943D6-6EDD-A590-9EC2-1F883E7B50C6}"/>
              </a:ext>
            </a:extLst>
          </p:cNvPr>
          <p:cNvSpPr txBox="1"/>
          <p:nvPr/>
        </p:nvSpPr>
        <p:spPr>
          <a:xfrm>
            <a:off x="6214874" y="749364"/>
            <a:ext cx="585825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/>
              <a:t>OBJECTIVES:</a:t>
            </a:r>
          </a:p>
          <a:p>
            <a:pPr>
              <a:buNone/>
            </a:pPr>
            <a:r>
              <a:rPr lang="en-US" dirty="0"/>
              <a:t>To design and develop an AI-assisted SAR Narrative Generation System that automates suspicious activity analysis and report drafting while ensuring explainability, auditability, and human-in-the-loop control.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90B1E-3C91-68B4-B4A2-82D4A7B86610}"/>
              </a:ext>
            </a:extLst>
          </p:cNvPr>
          <p:cNvSpPr txBox="1"/>
          <p:nvPr/>
        </p:nvSpPr>
        <p:spPr>
          <a:xfrm>
            <a:off x="230886" y="3028890"/>
            <a:ext cx="61127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Unique Selling Proposition:</a:t>
            </a:r>
          </a:p>
          <a:p>
            <a:endParaRPr lang="en-IN" sz="2000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77E1E5-04F3-3B51-DD66-27FD01DEC8CA}"/>
              </a:ext>
            </a:extLst>
          </p:cNvPr>
          <p:cNvSpPr/>
          <p:nvPr/>
        </p:nvSpPr>
        <p:spPr>
          <a:xfrm>
            <a:off x="118872" y="3028890"/>
            <a:ext cx="5797296" cy="360965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B5582D6-8750-7C87-2B6F-17FBFBB32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328" y="3549746"/>
            <a:ext cx="40692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Explainable AI Risk Scoring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End-to-End SAR Automation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Human-in-the-Loop Governance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Transparent Audit Trail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Fraud Pattern Intelligence Engine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Structured Narrative Generation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Regulatory-Aligned Architecture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Scalable Microservices Architecture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Secure Role-Based Access Control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Continuous Learning Feedback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A3A89C-23F9-CD82-B74F-5C467D391C46}"/>
              </a:ext>
            </a:extLst>
          </p:cNvPr>
          <p:cNvSpPr/>
          <p:nvPr/>
        </p:nvSpPr>
        <p:spPr>
          <a:xfrm>
            <a:off x="6135624" y="3043030"/>
            <a:ext cx="5937504" cy="359551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89E4A-ED5D-7EA6-F4A2-E9F168BA76FC}"/>
              </a:ext>
            </a:extLst>
          </p:cNvPr>
          <p:cNvSpPr txBox="1"/>
          <p:nvPr/>
        </p:nvSpPr>
        <p:spPr>
          <a:xfrm>
            <a:off x="6135624" y="3028890"/>
            <a:ext cx="626364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Key Features:</a:t>
            </a:r>
          </a:p>
          <a:p>
            <a:endParaRPr lang="en-IN" sz="2000" b="1" u="sng" dirty="0"/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1480EF-1253-0FBF-0D5F-772A7ABEA023}"/>
              </a:ext>
            </a:extLst>
          </p:cNvPr>
          <p:cNvSpPr txBox="1"/>
          <p:nvPr/>
        </p:nvSpPr>
        <p:spPr>
          <a:xfrm>
            <a:off x="6355080" y="3561684"/>
            <a:ext cx="6263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Suspicious Activity Detection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Multi-Source Data Ingestion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Risk Scoring Engine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Pattern Matching System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Timeline Summarization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AI-Generated SAR Drafting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Analyst Review Dashboard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 Audit Logging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Role-Based Access Control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Microservices Deployment</a:t>
            </a:r>
          </a:p>
        </p:txBody>
      </p:sp>
    </p:spTree>
    <p:extLst>
      <p:ext uri="{BB962C8B-B14F-4D97-AF65-F5344CB8AC3E}">
        <p14:creationId xmlns:p14="http://schemas.microsoft.com/office/powerpoint/2010/main" val="276142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2E8C572-4983-AB99-D156-F6724A1065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" y="0"/>
            <a:ext cx="12191999" cy="65881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ABSTRACT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B14D6D-12B3-905B-C65B-D90095FB9C4D}"/>
              </a:ext>
            </a:extLst>
          </p:cNvPr>
          <p:cNvCxnSpPr/>
          <p:nvPr/>
        </p:nvCxnSpPr>
        <p:spPr>
          <a:xfrm>
            <a:off x="0" y="658368"/>
            <a:ext cx="1219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264BC5B-FBD9-2D43-E8DC-AA9DD83B016F}"/>
              </a:ext>
            </a:extLst>
          </p:cNvPr>
          <p:cNvSpPr txBox="1"/>
          <p:nvPr/>
        </p:nvSpPr>
        <p:spPr>
          <a:xfrm>
            <a:off x="404622" y="1737557"/>
            <a:ext cx="116014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Preparing Suspicious Activity Reports (SARs) is one of the most time-consuming tasks in financial compliance. When a suspicious transaction is flagged, analysts must manually review KYC records, scan through transaction histories, compare patterns with past fraud cases, and write a detailed report from scratch. This process takes hours, increases workload, and can lead to inconsistent reporting.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ChronoGuard</a:t>
            </a:r>
            <a:r>
              <a:rPr lang="en-US" dirty="0"/>
              <a:t> is designed to simplify this process. The system automatically gathers relevant data, analyzes risk based on known fraud patterns, and generates a structured draft SAR highlighting key red flags and important transaction details. Instead of replacing analysts, it acts as a smart assistant that reduces repetitive work.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 built-in review dashboard allows analysts to verify the data sources, edit the generated narrative, and approve the final report. Every action is logged, creating a transparent audit trail for compliance purposes.</a:t>
            </a:r>
          </a:p>
          <a:p>
            <a:pPr>
              <a:buNone/>
            </a:pPr>
            <a:r>
              <a:rPr lang="en-US" dirty="0"/>
              <a:t>By combining automation with human oversight, </a:t>
            </a:r>
            <a:r>
              <a:rPr lang="en-US" dirty="0" err="1"/>
              <a:t>ChronoGuard</a:t>
            </a:r>
            <a:r>
              <a:rPr lang="en-US" dirty="0"/>
              <a:t> helps financial institutions prepare accurate SARs faster, while ensuring accountability and regulatory integrity.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FE0653-C630-91F2-0CED-EE24B75EA05C}"/>
              </a:ext>
            </a:extLst>
          </p:cNvPr>
          <p:cNvSpPr/>
          <p:nvPr/>
        </p:nvSpPr>
        <p:spPr>
          <a:xfrm>
            <a:off x="118872" y="1207008"/>
            <a:ext cx="11923776" cy="49926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0721-D146-EC57-6F92-4D2398AE789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3157538"/>
            <a:ext cx="5262563" cy="3200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SYSTEM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ARCHITECTURE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9471116-884B-67FE-7692-C17BEC84FC7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t="6739" b="6739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D47B3-2BC2-D6BD-35B4-A1B3BE937849}"/>
              </a:ext>
            </a:extLst>
          </p:cNvPr>
          <p:cNvSpPr txBox="1"/>
          <p:nvPr/>
        </p:nvSpPr>
        <p:spPr>
          <a:xfrm>
            <a:off x="0" y="-36195"/>
            <a:ext cx="1212799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SYSTEM ARCHITECTURE</a:t>
            </a:r>
            <a:endParaRPr lang="en-IN" sz="4000" b="1" dirty="0"/>
          </a:p>
          <a:p>
            <a:pPr algn="ctr"/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E18F89-46E0-AFC1-A4B1-5E3F3091CD6A}"/>
              </a:ext>
            </a:extLst>
          </p:cNvPr>
          <p:cNvCxnSpPr/>
          <p:nvPr/>
        </p:nvCxnSpPr>
        <p:spPr>
          <a:xfrm>
            <a:off x="-32004" y="758952"/>
            <a:ext cx="1219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FF47C3-82BD-D2AA-77D7-1D6369FEDFB2}"/>
              </a:ext>
            </a:extLst>
          </p:cNvPr>
          <p:cNvCxnSpPr>
            <a:cxnSpLocks/>
          </p:cNvCxnSpPr>
          <p:nvPr/>
        </p:nvCxnSpPr>
        <p:spPr>
          <a:xfrm>
            <a:off x="6253854" y="814594"/>
            <a:ext cx="0" cy="60807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A1E6752-C2EB-5F10-58AF-439C69E05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472" y="1225758"/>
            <a:ext cx="2086814" cy="20494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DCD1B87-5EDD-3CF6-144C-813996D3C089}"/>
              </a:ext>
            </a:extLst>
          </p:cNvPr>
          <p:cNvSpPr txBox="1"/>
          <p:nvPr/>
        </p:nvSpPr>
        <p:spPr>
          <a:xfrm>
            <a:off x="0" y="659979"/>
            <a:ext cx="479287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u="sng" dirty="0"/>
              <a:t>EXPALANATION:</a:t>
            </a:r>
          </a:p>
          <a:p>
            <a:r>
              <a:rPr lang="en-IN" b="1" dirty="0"/>
              <a:t>1 </a:t>
            </a:r>
            <a:r>
              <a:rPr lang="en-IN" sz="2000" b="1" u="sng" dirty="0"/>
              <a:t>. User Alerts / Event Trigger</a:t>
            </a:r>
            <a:br>
              <a:rPr lang="en-IN" sz="2000" b="1" u="sng" dirty="0"/>
            </a:br>
            <a:r>
              <a:rPr lang="en-IN" dirty="0"/>
              <a:t>     </a:t>
            </a:r>
            <a:r>
              <a:rPr lang="en-IN" b="1" dirty="0"/>
              <a:t>What it is:</a:t>
            </a:r>
            <a:br>
              <a:rPr lang="en-IN" b="1" u="sng" dirty="0"/>
            </a:br>
            <a:r>
              <a:rPr lang="en-IN" dirty="0"/>
              <a:t>     Source of initial alert such as:</a:t>
            </a:r>
            <a:br>
              <a:rPr lang="en-IN" dirty="0"/>
            </a:br>
            <a:r>
              <a:rPr lang="en-IN" dirty="0"/>
              <a:t>     Suspicious transaction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New KYC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Rule-based trigger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External system flag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Role: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Initiates the entire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Sends data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➡ Data Ingestion &amp; Analysis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A1C02-B59E-B8CD-2022-FA4FAE78DB20}"/>
              </a:ext>
            </a:extLst>
          </p:cNvPr>
          <p:cNvSpPr txBox="1"/>
          <p:nvPr/>
        </p:nvSpPr>
        <p:spPr>
          <a:xfrm>
            <a:off x="73809" y="4291742"/>
            <a:ext cx="513663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</a:t>
            </a:r>
            <a:r>
              <a:rPr lang="en-US" sz="2000" b="1" u="sng" dirty="0"/>
              <a:t>. Data Ingestion &amp; Analysis Layer</a:t>
            </a:r>
            <a:endParaRPr lang="en-US" sz="1800" b="1" u="sng" dirty="0"/>
          </a:p>
          <a:p>
            <a:r>
              <a:rPr lang="en-US" sz="1800" b="1" dirty="0"/>
              <a:t>What it does:</a:t>
            </a:r>
          </a:p>
          <a:p>
            <a:r>
              <a:rPr lang="en-US" sz="1800" dirty="0"/>
              <a:t>Central processing layer that:</a:t>
            </a:r>
          </a:p>
          <a:p>
            <a:r>
              <a:rPr lang="en-US" sz="1800" dirty="0"/>
              <a:t>Collects data from all sources Cleans &amp; normalizes </a:t>
            </a:r>
            <a:r>
              <a:rPr lang="en-US" sz="1800" dirty="0" err="1"/>
              <a:t>dataRoutes</a:t>
            </a:r>
            <a:r>
              <a:rPr lang="en-US" sz="1800" dirty="0"/>
              <a:t> to appropriate modules</a:t>
            </a:r>
          </a:p>
          <a:p>
            <a:r>
              <a:rPr lang="en-US" sz="1800" b="1" dirty="0"/>
              <a:t>Contains:</a:t>
            </a:r>
          </a:p>
          <a:p>
            <a:r>
              <a:rPr lang="en-US" sz="1800" dirty="0"/>
              <a:t>✔ Risk Analysis Module</a:t>
            </a:r>
          </a:p>
          <a:p>
            <a:r>
              <a:rPr lang="en-US" sz="1800" dirty="0"/>
              <a:t>✔ Background Check &amp;</a:t>
            </a:r>
          </a:p>
          <a:p>
            <a:r>
              <a:rPr lang="en-US" sz="1800" dirty="0"/>
              <a:t> Transaction Summary</a:t>
            </a:r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B6E5E3-0B47-37D1-5022-9F41DF80A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757" y="5721762"/>
            <a:ext cx="2417527" cy="11362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0B2BBD-3725-A55D-4EC0-F83D41B18388}"/>
              </a:ext>
            </a:extLst>
          </p:cNvPr>
          <p:cNvSpPr txBox="1"/>
          <p:nvPr/>
        </p:nvSpPr>
        <p:spPr>
          <a:xfrm>
            <a:off x="6285859" y="728309"/>
            <a:ext cx="52482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 </a:t>
            </a:r>
            <a:r>
              <a:rPr lang="en-IN" sz="2000" b="1" u="sng" dirty="0"/>
              <a:t>Risk Analysis Module</a:t>
            </a:r>
            <a:endParaRPr lang="en-IN" b="1" u="sng" dirty="0"/>
          </a:p>
          <a:p>
            <a:r>
              <a:rPr lang="en-IN" b="1" dirty="0"/>
              <a:t>What it does:</a:t>
            </a:r>
          </a:p>
          <a:p>
            <a:r>
              <a:rPr lang="en-IN" dirty="0"/>
              <a:t>Applies rules / ML models</a:t>
            </a:r>
          </a:p>
          <a:p>
            <a:r>
              <a:rPr lang="en-IN" dirty="0"/>
              <a:t>Compares alert with fraud patterns</a:t>
            </a:r>
          </a:p>
          <a:p>
            <a:r>
              <a:rPr lang="en-IN" dirty="0"/>
              <a:t>Calculates risk score</a:t>
            </a:r>
          </a:p>
          <a:p>
            <a:r>
              <a:rPr lang="en-IN" dirty="0"/>
              <a:t>Assigns risk level (Low / Medium / High)</a:t>
            </a:r>
          </a:p>
          <a:p>
            <a:r>
              <a:rPr lang="en-IN" b="1" dirty="0"/>
              <a:t>Output:</a:t>
            </a:r>
          </a:p>
          <a:p>
            <a:r>
              <a:rPr lang="en-IN" dirty="0"/>
              <a:t>Risk attributes + confidence score</a:t>
            </a:r>
          </a:p>
          <a:p>
            <a:r>
              <a:rPr lang="en-IN" b="1" dirty="0"/>
              <a:t>Sends to:</a:t>
            </a:r>
          </a:p>
          <a:p>
            <a:r>
              <a:rPr lang="en-IN" dirty="0"/>
              <a:t>➡ Background Check &amp; Transaction Summary</a:t>
            </a:r>
          </a:p>
          <a:p>
            <a:r>
              <a:rPr lang="en-IN" dirty="0"/>
              <a:t>➡ SAR Drafting Engine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8AA0C26-2753-D8AF-1149-143A88E73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1411" y="1047663"/>
            <a:ext cx="1761509" cy="18903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DA19B7-4456-E796-C7EC-34572C0ABCF0}"/>
              </a:ext>
            </a:extLst>
          </p:cNvPr>
          <p:cNvSpPr txBox="1"/>
          <p:nvPr/>
        </p:nvSpPr>
        <p:spPr>
          <a:xfrm>
            <a:off x="6285859" y="3737744"/>
            <a:ext cx="612006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4. Analyst Review</a:t>
            </a:r>
          </a:p>
          <a:p>
            <a:r>
              <a:rPr lang="en-IN" b="1" dirty="0"/>
              <a:t>Who:</a:t>
            </a:r>
          </a:p>
          <a:p>
            <a:r>
              <a:rPr lang="en-IN" dirty="0"/>
              <a:t>Human compliance analyst</a:t>
            </a:r>
          </a:p>
          <a:p>
            <a:r>
              <a:rPr lang="en-IN" dirty="0"/>
              <a:t>What they do:</a:t>
            </a:r>
          </a:p>
          <a:p>
            <a:r>
              <a:rPr lang="en-IN" dirty="0"/>
              <a:t>Review auto-drafted SAR</a:t>
            </a:r>
          </a:p>
          <a:p>
            <a:r>
              <a:rPr lang="en-IN" dirty="0"/>
              <a:t>Edit / add observations</a:t>
            </a:r>
          </a:p>
          <a:p>
            <a:r>
              <a:rPr lang="en-IN" dirty="0"/>
              <a:t>Approve or reject</a:t>
            </a:r>
          </a:p>
          <a:p>
            <a:r>
              <a:rPr lang="en-IN" dirty="0"/>
              <a:t>Outcome:</a:t>
            </a:r>
          </a:p>
          <a:p>
            <a:r>
              <a:rPr lang="en-IN" dirty="0"/>
              <a:t>Approved SAR</a:t>
            </a:r>
          </a:p>
          <a:p>
            <a:r>
              <a:rPr lang="en-IN" dirty="0"/>
              <a:t>Sends to:</a:t>
            </a:r>
          </a:p>
          <a:p>
            <a:r>
              <a:rPr lang="en-IN" dirty="0"/>
              <a:t>➡ SAR Database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E5BB86-DDCD-96AE-8FED-9DA20A9E6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0008" y="4693555"/>
            <a:ext cx="2941611" cy="183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5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89846-0619-6C44-638E-284E110FA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A731E-5CCA-790D-0594-ED9D5E2C6744}"/>
              </a:ext>
            </a:extLst>
          </p:cNvPr>
          <p:cNvSpPr txBox="1"/>
          <p:nvPr/>
        </p:nvSpPr>
        <p:spPr>
          <a:xfrm>
            <a:off x="0" y="-36195"/>
            <a:ext cx="1212799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SYSTEM ARCHITECTURE</a:t>
            </a:r>
            <a:endParaRPr lang="en-IN" sz="4000" b="1" dirty="0"/>
          </a:p>
          <a:p>
            <a:pPr algn="ctr"/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C8FCF2-021E-2EFE-9609-536AF5C47981}"/>
              </a:ext>
            </a:extLst>
          </p:cNvPr>
          <p:cNvCxnSpPr/>
          <p:nvPr/>
        </p:nvCxnSpPr>
        <p:spPr>
          <a:xfrm>
            <a:off x="-32004" y="758952"/>
            <a:ext cx="1219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4E0299-EBBC-E9D2-9C64-FA239F0605CB}"/>
              </a:ext>
            </a:extLst>
          </p:cNvPr>
          <p:cNvCxnSpPr>
            <a:cxnSpLocks/>
          </p:cNvCxnSpPr>
          <p:nvPr/>
        </p:nvCxnSpPr>
        <p:spPr>
          <a:xfrm>
            <a:off x="5596128" y="777240"/>
            <a:ext cx="0" cy="60807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8E159B-6736-8E0C-609F-C2AD34E07192}"/>
              </a:ext>
            </a:extLst>
          </p:cNvPr>
          <p:cNvSpPr txBox="1"/>
          <p:nvPr/>
        </p:nvSpPr>
        <p:spPr>
          <a:xfrm>
            <a:off x="1307432" y="2136338"/>
            <a:ext cx="611204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10. Fraud Pattern Database</a:t>
            </a:r>
          </a:p>
          <a:p>
            <a:r>
              <a:rPr lang="en-IN" b="1" dirty="0"/>
              <a:t>Stores:</a:t>
            </a:r>
          </a:p>
          <a:p>
            <a:r>
              <a:rPr lang="en-IN" dirty="0"/>
              <a:t>New confirmed fraud cases</a:t>
            </a:r>
          </a:p>
          <a:p>
            <a:r>
              <a:rPr lang="en-IN" dirty="0"/>
              <a:t>SAR insights</a:t>
            </a:r>
          </a:p>
          <a:p>
            <a:r>
              <a:rPr lang="en-IN" dirty="0"/>
              <a:t>Emerging typologies</a:t>
            </a:r>
          </a:p>
          <a:p>
            <a:r>
              <a:rPr lang="en-IN" dirty="0"/>
              <a:t>Updated by:</a:t>
            </a:r>
          </a:p>
          <a:p>
            <a:r>
              <a:rPr lang="en-IN" dirty="0"/>
              <a:t>Approved SARs</a:t>
            </a:r>
          </a:p>
          <a:p>
            <a:r>
              <a:rPr lang="en-IN" b="1" dirty="0"/>
              <a:t>Used by:</a:t>
            </a:r>
          </a:p>
          <a:p>
            <a:r>
              <a:rPr lang="en-IN" dirty="0"/>
              <a:t>Risk Analysis Module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B9EA31-F4DA-A379-CBE3-9307A7042996}"/>
              </a:ext>
            </a:extLst>
          </p:cNvPr>
          <p:cNvSpPr/>
          <p:nvPr/>
        </p:nvSpPr>
        <p:spPr>
          <a:xfrm>
            <a:off x="625646" y="1554100"/>
            <a:ext cx="4395527" cy="431731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1FB409-BDBE-D766-1D95-7A3AF68A0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11" y="4994098"/>
            <a:ext cx="2253553" cy="142292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6956318-E833-1519-B0FD-8B7AF22622D1}"/>
              </a:ext>
            </a:extLst>
          </p:cNvPr>
          <p:cNvSpPr/>
          <p:nvPr/>
        </p:nvSpPr>
        <p:spPr>
          <a:xfrm>
            <a:off x="6257911" y="1248557"/>
            <a:ext cx="4860754" cy="48504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020A0-9D00-95FE-F21A-C874BB225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750" y="4434277"/>
            <a:ext cx="1838507" cy="1838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DCBF2F-1780-E117-8EE8-4AD8F2568992}"/>
              </a:ext>
            </a:extLst>
          </p:cNvPr>
          <p:cNvSpPr txBox="1"/>
          <p:nvPr/>
        </p:nvSpPr>
        <p:spPr>
          <a:xfrm>
            <a:off x="6656102" y="1639125"/>
            <a:ext cx="93284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 7. SAR Drafting Engine</a:t>
            </a:r>
          </a:p>
          <a:p>
            <a:r>
              <a:rPr lang="en-IN" b="1" dirty="0"/>
              <a:t>What it does:</a:t>
            </a:r>
          </a:p>
          <a:p>
            <a:r>
              <a:rPr lang="en-IN" dirty="0"/>
              <a:t>Auto-generates SAR draft using:</a:t>
            </a:r>
          </a:p>
          <a:p>
            <a:r>
              <a:rPr lang="en-IN" dirty="0"/>
              <a:t>Risk results</a:t>
            </a:r>
          </a:p>
          <a:p>
            <a:r>
              <a:rPr lang="en-IN" dirty="0"/>
              <a:t>Transaction summary</a:t>
            </a:r>
          </a:p>
          <a:p>
            <a:r>
              <a:rPr lang="en-IN" dirty="0"/>
              <a:t>KYC data</a:t>
            </a:r>
          </a:p>
          <a:p>
            <a:r>
              <a:rPr lang="en-IN" dirty="0"/>
              <a:t>Fraud pattern references</a:t>
            </a:r>
          </a:p>
          <a:p>
            <a:r>
              <a:rPr lang="en-IN" b="1" dirty="0"/>
              <a:t>Features:</a:t>
            </a:r>
          </a:p>
          <a:p>
            <a:r>
              <a:rPr lang="en-IN" dirty="0"/>
              <a:t>Template-based generation</a:t>
            </a:r>
          </a:p>
          <a:p>
            <a:r>
              <a:rPr lang="en-IN" dirty="0"/>
              <a:t>NLP summarization</a:t>
            </a:r>
          </a:p>
          <a:p>
            <a:r>
              <a:rPr lang="en-IN" dirty="0"/>
              <a:t>Highlights key red flags</a:t>
            </a:r>
          </a:p>
          <a:p>
            <a:r>
              <a:rPr lang="en-IN" b="1" dirty="0"/>
              <a:t>Sends to:</a:t>
            </a:r>
          </a:p>
          <a:p>
            <a:r>
              <a:rPr lang="en-IN" dirty="0"/>
              <a:t>➡ SAR Database</a:t>
            </a:r>
          </a:p>
          <a:p>
            <a:r>
              <a:rPr lang="en-IN" dirty="0"/>
              <a:t>➡ Analyst Review</a:t>
            </a:r>
          </a:p>
        </p:txBody>
      </p:sp>
    </p:spTree>
    <p:extLst>
      <p:ext uri="{BB962C8B-B14F-4D97-AF65-F5344CB8AC3E}">
        <p14:creationId xmlns:p14="http://schemas.microsoft.com/office/powerpoint/2010/main" val="420949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C0F0-084A-C9BE-22E4-2BACD72A54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43166"/>
            <a:ext cx="12192000" cy="47148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METHODOLOGY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8AC92-51B7-40C2-561E-FF364C197004}"/>
              </a:ext>
            </a:extLst>
          </p:cNvPr>
          <p:cNvSpPr txBox="1"/>
          <p:nvPr/>
        </p:nvSpPr>
        <p:spPr>
          <a:xfrm>
            <a:off x="155449" y="987562"/>
            <a:ext cx="547725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1. Finding Suspicious Activities</a:t>
            </a:r>
          </a:p>
          <a:p>
            <a:r>
              <a:rPr lang="en-US" dirty="0"/>
              <a:t>The system automatically collects and cleans transaction data from multiple sources. Using pattern matching, it identifies potentially suspicious activities and assigns them a risk level (Low, Medium, High) so analysts can focus on the most important cases.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C50790-9145-8C51-2FCE-06828AD8C9A1}"/>
              </a:ext>
            </a:extLst>
          </p:cNvPr>
          <p:cNvCxnSpPr/>
          <p:nvPr/>
        </p:nvCxnSpPr>
        <p:spPr>
          <a:xfrm>
            <a:off x="0" y="768096"/>
            <a:ext cx="120517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9B4EED8-532D-C6A8-CEB1-559DB217C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008" y="3542889"/>
            <a:ext cx="4146690" cy="305898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A60C59-9C15-DDA7-3EA2-D724003DAB72}"/>
              </a:ext>
            </a:extLst>
          </p:cNvPr>
          <p:cNvSpPr/>
          <p:nvPr/>
        </p:nvSpPr>
        <p:spPr>
          <a:xfrm>
            <a:off x="155449" y="987562"/>
            <a:ext cx="5376671" cy="54040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82E80-B567-0301-502C-393E8DF1093C}"/>
              </a:ext>
            </a:extLst>
          </p:cNvPr>
          <p:cNvSpPr txBox="1"/>
          <p:nvPr/>
        </p:nvSpPr>
        <p:spPr>
          <a:xfrm>
            <a:off x="155449" y="2797056"/>
            <a:ext cx="537438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2. Automating Investigation Work</a:t>
            </a:r>
          </a:p>
          <a:p>
            <a:r>
              <a:rPr lang="en-IN" dirty="0"/>
              <a:t>The system reduces manual effort by acting as a digital assistant. It summarizes a customer’s transaction history and prepares a draft Suspicious Activity Report (SAR) highlighting major red flags. This saves analysts significant time.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95F073-0971-277B-F89E-A90F01300E60}"/>
              </a:ext>
            </a:extLst>
          </p:cNvPr>
          <p:cNvSpPr txBox="1"/>
          <p:nvPr/>
        </p:nvSpPr>
        <p:spPr>
          <a:xfrm>
            <a:off x="155449" y="4705677"/>
            <a:ext cx="522122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3. Human-in-the-Loop Decision Making</a:t>
            </a:r>
          </a:p>
          <a:p>
            <a:r>
              <a:rPr lang="en-IN" dirty="0"/>
              <a:t>The AI does not make final decisions. Analysts review, edit, and approve reports. Their feedback helps the system improve its accuracy over time.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CB1A8-36D2-641A-7681-8C62F5CFDC32}"/>
              </a:ext>
            </a:extLst>
          </p:cNvPr>
          <p:cNvSpPr/>
          <p:nvPr/>
        </p:nvSpPr>
        <p:spPr>
          <a:xfrm>
            <a:off x="5779008" y="987562"/>
            <a:ext cx="6035040" cy="23083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B98F8-8C57-410D-F379-7F7D7C0CAF3C}"/>
              </a:ext>
            </a:extLst>
          </p:cNvPr>
          <p:cNvSpPr txBox="1"/>
          <p:nvPr/>
        </p:nvSpPr>
        <p:spPr>
          <a:xfrm>
            <a:off x="5779008" y="1015100"/>
            <a:ext cx="6257543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4. Secure and Scalable System</a:t>
            </a:r>
          </a:p>
          <a:p>
            <a:r>
              <a:rPr lang="en-IN" dirty="0"/>
              <a:t>Built on microservices architecture, the system can handle large transaction volumes reliably. It also uses encryption and role-based access control to protect sensitive financial data.</a:t>
            </a:r>
          </a:p>
          <a:p>
            <a:r>
              <a:rPr lang="en-IN" dirty="0"/>
              <a:t>Big Picture</a:t>
            </a:r>
          </a:p>
          <a:p>
            <a:r>
              <a:rPr lang="en-IN" dirty="0"/>
              <a:t>The system supports financial institutions by automating repetitive tasks, allowing analysts to focus on investigation, judgment, and preventing financial crime.</a:t>
            </a:r>
          </a:p>
        </p:txBody>
      </p:sp>
    </p:spTree>
    <p:extLst>
      <p:ext uri="{BB962C8B-B14F-4D97-AF65-F5344CB8AC3E}">
        <p14:creationId xmlns:p14="http://schemas.microsoft.com/office/powerpoint/2010/main" val="274060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576C-2F94-76CD-E1D1-7588477FC4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008" y="0"/>
            <a:ext cx="12127992" cy="6223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TECH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BD4B9-0361-6340-25C7-F54181F972EE}"/>
              </a:ext>
            </a:extLst>
          </p:cNvPr>
          <p:cNvSpPr txBox="1"/>
          <p:nvPr/>
        </p:nvSpPr>
        <p:spPr>
          <a:xfrm>
            <a:off x="8392636" y="4686187"/>
            <a:ext cx="286096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AI:</a:t>
            </a:r>
          </a:p>
          <a:p>
            <a:r>
              <a:rPr lang="en-IN" dirty="0"/>
              <a:t>-&gt;LLM API (OpenAI / Azure OpenAI)</a:t>
            </a:r>
          </a:p>
          <a:p>
            <a:r>
              <a:rPr lang="en-IN" dirty="0"/>
              <a:t>-&gt;Prompt engineering with structured template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E0255A8-9FBD-A6BC-F633-6DD5B4ECC9AA}"/>
              </a:ext>
            </a:extLst>
          </p:cNvPr>
          <p:cNvCxnSpPr>
            <a:cxnSpLocks/>
          </p:cNvCxnSpPr>
          <p:nvPr/>
        </p:nvCxnSpPr>
        <p:spPr>
          <a:xfrm>
            <a:off x="0" y="740664"/>
            <a:ext cx="1219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loud 6">
            <a:extLst>
              <a:ext uri="{FF2B5EF4-FFF2-40B4-BE49-F238E27FC236}">
                <a16:creationId xmlns:a16="http://schemas.microsoft.com/office/drawing/2014/main" id="{ACA1C67E-4E04-1EFB-3DFB-B78E84B22F74}"/>
              </a:ext>
            </a:extLst>
          </p:cNvPr>
          <p:cNvSpPr/>
          <p:nvPr/>
        </p:nvSpPr>
        <p:spPr>
          <a:xfrm>
            <a:off x="374569" y="1077734"/>
            <a:ext cx="3532067" cy="2458567"/>
          </a:xfrm>
          <a:prstGeom prst="cloud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89882030-B4E1-97B7-91DE-654D272EFCF7}"/>
              </a:ext>
            </a:extLst>
          </p:cNvPr>
          <p:cNvSpPr/>
          <p:nvPr/>
        </p:nvSpPr>
        <p:spPr>
          <a:xfrm>
            <a:off x="7952790" y="4393205"/>
            <a:ext cx="3864642" cy="2399423"/>
          </a:xfrm>
          <a:prstGeom prst="cloud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7D58A4B4-198D-508B-F6DB-3B318C54886A}"/>
              </a:ext>
            </a:extLst>
          </p:cNvPr>
          <p:cNvSpPr/>
          <p:nvPr/>
        </p:nvSpPr>
        <p:spPr>
          <a:xfrm>
            <a:off x="4373057" y="2638483"/>
            <a:ext cx="3445885" cy="2530671"/>
          </a:xfrm>
          <a:prstGeom prst="cloud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0625D97E-ED75-C0FC-B741-7E38DDF7F1E7}"/>
              </a:ext>
            </a:extLst>
          </p:cNvPr>
          <p:cNvSpPr/>
          <p:nvPr/>
        </p:nvSpPr>
        <p:spPr>
          <a:xfrm>
            <a:off x="374568" y="4334068"/>
            <a:ext cx="3487419" cy="2458565"/>
          </a:xfrm>
          <a:prstGeom prst="cloud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9553ADDA-379D-0BA4-7B15-051E5BE315E1}"/>
              </a:ext>
            </a:extLst>
          </p:cNvPr>
          <p:cNvSpPr/>
          <p:nvPr/>
        </p:nvSpPr>
        <p:spPr>
          <a:xfrm>
            <a:off x="8330011" y="1011037"/>
            <a:ext cx="3355911" cy="2164301"/>
          </a:xfrm>
          <a:prstGeom prst="cloud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5804D7-AD52-21C8-5C23-D241F94A6BB9}"/>
              </a:ext>
            </a:extLst>
          </p:cNvPr>
          <p:cNvSpPr txBox="1"/>
          <p:nvPr/>
        </p:nvSpPr>
        <p:spPr>
          <a:xfrm>
            <a:off x="991983" y="1726129"/>
            <a:ext cx="2686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Frontend:</a:t>
            </a:r>
          </a:p>
          <a:p>
            <a:r>
              <a:rPr lang="en-IN" dirty="0"/>
              <a:t>react.js/angular dashboard for analyst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B25DDB-F90E-ED69-599B-F75A7F396484}"/>
              </a:ext>
            </a:extLst>
          </p:cNvPr>
          <p:cNvSpPr txBox="1"/>
          <p:nvPr/>
        </p:nvSpPr>
        <p:spPr>
          <a:xfrm>
            <a:off x="8834007" y="1669030"/>
            <a:ext cx="236601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Backend:</a:t>
            </a:r>
          </a:p>
          <a:p>
            <a:r>
              <a:rPr lang="en-IN" dirty="0"/>
              <a:t>python/flask/node.js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BFC4D0-EBA1-A93D-EE5C-0C1089E119FA}"/>
              </a:ext>
            </a:extLst>
          </p:cNvPr>
          <p:cNvSpPr txBox="1"/>
          <p:nvPr/>
        </p:nvSpPr>
        <p:spPr>
          <a:xfrm>
            <a:off x="5510052" y="3461106"/>
            <a:ext cx="61127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Database:</a:t>
            </a:r>
          </a:p>
          <a:p>
            <a:r>
              <a:rPr lang="en-IN" sz="2000" dirty="0"/>
              <a:t>PostgreSQL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7A267D-A2AC-FD85-B54F-548389B0BCA4}"/>
              </a:ext>
            </a:extLst>
          </p:cNvPr>
          <p:cNvSpPr txBox="1"/>
          <p:nvPr/>
        </p:nvSpPr>
        <p:spPr>
          <a:xfrm>
            <a:off x="1145133" y="4686187"/>
            <a:ext cx="236504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Integration: </a:t>
            </a:r>
          </a:p>
          <a:p>
            <a:r>
              <a:rPr lang="en-IN" dirty="0"/>
              <a:t>APIs for KYC providers, transaction monitoring systems</a:t>
            </a:r>
          </a:p>
          <a:p>
            <a:r>
              <a:rPr lang="en-IN" dirty="0"/>
              <a:t>Deployment:</a:t>
            </a:r>
          </a:p>
          <a:p>
            <a:r>
              <a:rPr lang="en-IN" dirty="0"/>
              <a:t>cloud/docker</a:t>
            </a:r>
          </a:p>
        </p:txBody>
      </p:sp>
    </p:spTree>
    <p:extLst>
      <p:ext uri="{BB962C8B-B14F-4D97-AF65-F5344CB8AC3E}">
        <p14:creationId xmlns:p14="http://schemas.microsoft.com/office/powerpoint/2010/main" val="402291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B2D67-8E08-47FC-5C06-F07823D4A1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51752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FUTURE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5AA741-8BB9-4BF8-8925-49B0E770EC18}"/>
              </a:ext>
            </a:extLst>
          </p:cNvPr>
          <p:cNvSpPr txBox="1"/>
          <p:nvPr/>
        </p:nvSpPr>
        <p:spPr>
          <a:xfrm>
            <a:off x="200782" y="899184"/>
            <a:ext cx="1207351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Integration with AI-powered NLP for narrative generation in SARs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Expansion to cross-border fraud detection using federated learning.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Real-time collaboration tools for analysts.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Automated regulator submission pipelines.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Continuous learning from analyst feedback to improve fraud detection accuracy.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Integration with live transaction monitoring systems.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Real-time fraud pattern learning using ML.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Multi-language SAR generation.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Regulatory format customization.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Integration with national reporting authorities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E9191E-BAD1-A4F4-288D-B12D9FCF3060}"/>
              </a:ext>
            </a:extLst>
          </p:cNvPr>
          <p:cNvCxnSpPr>
            <a:cxnSpLocks/>
          </p:cNvCxnSpPr>
          <p:nvPr/>
        </p:nvCxnSpPr>
        <p:spPr>
          <a:xfrm>
            <a:off x="0" y="603504"/>
            <a:ext cx="12192000" cy="822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619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2AE8-B441-23DA-74CF-B9E71F6871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611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REFERENCE &amp; ANALYSIS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A40FC7-AA3E-F28A-C177-2821C6F4FB8B}"/>
              </a:ext>
            </a:extLst>
          </p:cNvPr>
          <p:cNvCxnSpPr>
            <a:cxnSpLocks/>
          </p:cNvCxnSpPr>
          <p:nvPr/>
        </p:nvCxnSpPr>
        <p:spPr>
          <a:xfrm>
            <a:off x="0" y="758952"/>
            <a:ext cx="1219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77938A-1D95-96A2-5E88-B02137E72171}"/>
              </a:ext>
            </a:extLst>
          </p:cNvPr>
          <p:cNvSpPr txBox="1"/>
          <p:nvPr/>
        </p:nvSpPr>
        <p:spPr>
          <a:xfrm>
            <a:off x="4401312" y="3331558"/>
            <a:ext cx="705688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400" b="1" dirty="0"/>
              <a:t>Competitive Analysis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EEDEF7-8351-DED5-241D-3A2CCD2F7038}"/>
              </a:ext>
            </a:extLst>
          </p:cNvPr>
          <p:cNvSpPr/>
          <p:nvPr/>
        </p:nvSpPr>
        <p:spPr>
          <a:xfrm>
            <a:off x="490157" y="1115568"/>
            <a:ext cx="4105656" cy="258774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37D8B-A8A2-30C6-3653-933A4B19F968}"/>
              </a:ext>
            </a:extLst>
          </p:cNvPr>
          <p:cNvSpPr txBox="1"/>
          <p:nvPr/>
        </p:nvSpPr>
        <p:spPr>
          <a:xfrm>
            <a:off x="1058418" y="1727203"/>
            <a:ext cx="6112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Regulatory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FATF AML guidelines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FinCEN SAR filing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Global AML compliance standards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0A65D2-185C-9C97-24B2-50E5F0199A72}"/>
              </a:ext>
            </a:extLst>
          </p:cNvPr>
          <p:cNvSpPr/>
          <p:nvPr/>
        </p:nvSpPr>
        <p:spPr>
          <a:xfrm>
            <a:off x="6681216" y="3916398"/>
            <a:ext cx="4283202" cy="258774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7F5B88-B5BD-4FFF-1510-6260E3D00E1A}"/>
              </a:ext>
            </a:extLst>
          </p:cNvPr>
          <p:cNvSpPr/>
          <p:nvPr/>
        </p:nvSpPr>
        <p:spPr>
          <a:xfrm>
            <a:off x="295656" y="3895783"/>
            <a:ext cx="4105656" cy="258774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A991C2-651C-64B8-5DEB-37D720805DC7}"/>
              </a:ext>
            </a:extLst>
          </p:cNvPr>
          <p:cNvSpPr/>
          <p:nvPr/>
        </p:nvSpPr>
        <p:spPr>
          <a:xfrm>
            <a:off x="6681216" y="1039819"/>
            <a:ext cx="4105656" cy="258774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07392A-8750-EA87-9433-A71AE00A1F6F}"/>
              </a:ext>
            </a:extLst>
          </p:cNvPr>
          <p:cNvSpPr txBox="1"/>
          <p:nvPr/>
        </p:nvSpPr>
        <p:spPr>
          <a:xfrm>
            <a:off x="7255002" y="1532278"/>
            <a:ext cx="35090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Technical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Microservices architecture best practices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AML risk scoring methodologies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LLM-based document generation research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DDAC20-05E5-BD51-F3CA-415A5EE0DF63}"/>
              </a:ext>
            </a:extLst>
          </p:cNvPr>
          <p:cNvSpPr txBox="1"/>
          <p:nvPr/>
        </p:nvSpPr>
        <p:spPr>
          <a:xfrm>
            <a:off x="1227582" y="4476672"/>
            <a:ext cx="6112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Traditional SAR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Manual drafting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Limited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explainable 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9DEA61-F2BC-A02F-9A09-7B13B08954BF}"/>
              </a:ext>
            </a:extLst>
          </p:cNvPr>
          <p:cNvSpPr txBox="1"/>
          <p:nvPr/>
        </p:nvSpPr>
        <p:spPr>
          <a:xfrm>
            <a:off x="7171182" y="4435653"/>
            <a:ext cx="61127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/>
              <a:t>ChronoGuard</a:t>
            </a:r>
            <a:r>
              <a:rPr lang="en-IN" b="1" dirty="0"/>
              <a:t> 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Automated SAR drafting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Transparent audit trail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Human-in-the-loop governance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Continuous pattern learning system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0B8D72-2C76-259D-4C27-B3AF92CDA02A}"/>
              </a:ext>
            </a:extLst>
          </p:cNvPr>
          <p:cNvCxnSpPr/>
          <p:nvPr/>
        </p:nvCxnSpPr>
        <p:spPr>
          <a:xfrm flipH="1">
            <a:off x="4283964" y="3995928"/>
            <a:ext cx="1202436" cy="8412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7B09C5-61D9-342D-54BF-B755D7AFB4F1}"/>
              </a:ext>
            </a:extLst>
          </p:cNvPr>
          <p:cNvCxnSpPr>
            <a:cxnSpLocks/>
          </p:cNvCxnSpPr>
          <p:nvPr/>
        </p:nvCxnSpPr>
        <p:spPr>
          <a:xfrm>
            <a:off x="5486400" y="4031591"/>
            <a:ext cx="1389888" cy="6675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29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668F3-39E9-0674-7316-8119E071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ABBD-8DB2-8FDF-32AA-62110AEA28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4031" y="168583"/>
            <a:ext cx="3563938" cy="47148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5CD9ED-6BB3-05F8-5E2D-77D7D18A83C5}"/>
              </a:ext>
            </a:extLst>
          </p:cNvPr>
          <p:cNvCxnSpPr/>
          <p:nvPr/>
        </p:nvCxnSpPr>
        <p:spPr>
          <a:xfrm>
            <a:off x="0" y="768096"/>
            <a:ext cx="120517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DF0E253-6064-C3FB-ECF7-529C6559AFDA}"/>
              </a:ext>
            </a:extLst>
          </p:cNvPr>
          <p:cNvSpPr/>
          <p:nvPr/>
        </p:nvSpPr>
        <p:spPr>
          <a:xfrm>
            <a:off x="594360" y="1088136"/>
            <a:ext cx="10780776" cy="53400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30512-8A27-8122-986C-62A810A2A3C6}"/>
              </a:ext>
            </a:extLst>
          </p:cNvPr>
          <p:cNvSpPr txBox="1"/>
          <p:nvPr/>
        </p:nvSpPr>
        <p:spPr>
          <a:xfrm>
            <a:off x="816864" y="1745790"/>
            <a:ext cx="105582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Suspicious Activity Report preparation is a critical but resource-intensive process in financial compliance. Manual investigation and narrative drafting not only consume valuable analyst time but also introduce risks of inconsistency and delay.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 err="1"/>
              <a:t>ChronoGuard</a:t>
            </a:r>
            <a:r>
              <a:rPr lang="en-US" dirty="0"/>
              <a:t> addresses this challenge by combining structured risk analysis, automated narrative generation, and a transparent audit trail within a secure, scalable architecture. The system streamlines alert evaluation, reduces repetitive workload, and ensures that every SAR draft is supported by traceable data and explainable logic.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By maintaining a human-in-the-loop approval process, </a:t>
            </a:r>
            <a:r>
              <a:rPr lang="en-US" dirty="0" err="1"/>
              <a:t>ChronoGuard</a:t>
            </a:r>
            <a:r>
              <a:rPr lang="en-US" dirty="0"/>
              <a:t> balances automation with accountability, ensuring regulatory integrity while improving operational efficiency.</a:t>
            </a:r>
          </a:p>
          <a:p>
            <a:pPr algn="just">
              <a:buNone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This project demonstrates how AI can enhance compliance workflows — not by replacing human judgment, but by strengthening it.</a:t>
            </a:r>
          </a:p>
        </p:txBody>
      </p:sp>
    </p:spTree>
    <p:extLst>
      <p:ext uri="{BB962C8B-B14F-4D97-AF65-F5344CB8AC3E}">
        <p14:creationId xmlns:p14="http://schemas.microsoft.com/office/powerpoint/2010/main" val="2906306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1136</Words>
  <Application>Microsoft Office PowerPoint</Application>
  <PresentationFormat>Widescreen</PresentationFormat>
  <Paragraphs>183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Franklin Gothic Book</vt:lpstr>
      <vt:lpstr>Wingdings</vt:lpstr>
      <vt:lpstr>Office Theme</vt:lpstr>
      <vt:lpstr> SAR Narrative Generator with Audit Trail</vt:lpstr>
      <vt:lpstr>PROBLEM STATEMENT &amp; OBJECTIVE</vt:lpstr>
      <vt:lpstr>ABSTRACT</vt:lpstr>
      <vt:lpstr>SYSTEM ARCHITECTURE</vt:lpstr>
      <vt:lpstr>PowerPoint Presentation</vt:lpstr>
      <vt:lpstr>PowerPoint Presentation</vt:lpstr>
      <vt:lpstr>METHODOLOGY</vt:lpstr>
      <vt:lpstr>TECH STACK</vt:lpstr>
      <vt:lpstr>FUTURE SCOPE</vt:lpstr>
      <vt:lpstr>REFERENCE &amp;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kishore sankar</dc:creator>
  <cp:lastModifiedBy>kishore sankar</cp:lastModifiedBy>
  <cp:revision>1</cp:revision>
  <dcterms:created xsi:type="dcterms:W3CDTF">2026-02-17T10:59:22Z</dcterms:created>
  <dcterms:modified xsi:type="dcterms:W3CDTF">2026-02-19T06:48:28Z</dcterms:modified>
</cp:coreProperties>
</file>